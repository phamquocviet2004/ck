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32084-F33D-4CF4-8671-4593BE948885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A108B-7F11-41D4-9ABB-6B3D84E27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1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53DF15-D109-49A3-ACF4-9AED7E2645A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22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11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87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7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88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5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9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94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79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22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67" y="450927"/>
            <a:ext cx="110574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48F1D-A3DB-487A-AC6F-574248820EF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302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229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90620-EED8-46AA-BA92-EA433317219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302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03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5E752-36EE-437F-9B99-CE0834600BB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302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471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83" y="69851"/>
            <a:ext cx="12018517" cy="669131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6783" y="69850"/>
            <a:ext cx="12019280" cy="6691630"/>
          </a:xfrm>
          <a:custGeom>
            <a:avLst/>
            <a:gdLst/>
            <a:ahLst/>
            <a:cxnLst/>
            <a:rect l="l" t="t" r="r" b="b"/>
            <a:pathLst>
              <a:path w="9014460" h="6691630">
                <a:moveTo>
                  <a:pt x="0" y="329819"/>
                </a:moveTo>
                <a:lnTo>
                  <a:pt x="3576" y="281088"/>
                </a:lnTo>
                <a:lnTo>
                  <a:pt x="13964" y="234576"/>
                </a:lnTo>
                <a:lnTo>
                  <a:pt x="30653" y="190791"/>
                </a:lnTo>
                <a:lnTo>
                  <a:pt x="53135" y="150245"/>
                </a:lnTo>
                <a:lnTo>
                  <a:pt x="80898" y="113448"/>
                </a:lnTo>
                <a:lnTo>
                  <a:pt x="113432" y="80911"/>
                </a:lnTo>
                <a:lnTo>
                  <a:pt x="150228" y="53144"/>
                </a:lnTo>
                <a:lnTo>
                  <a:pt x="190774" y="30660"/>
                </a:lnTo>
                <a:lnTo>
                  <a:pt x="234562" y="13967"/>
                </a:lnTo>
                <a:lnTo>
                  <a:pt x="281080" y="3576"/>
                </a:lnTo>
                <a:lnTo>
                  <a:pt x="329819" y="0"/>
                </a:lnTo>
                <a:lnTo>
                  <a:pt x="8684069" y="0"/>
                </a:lnTo>
                <a:lnTo>
                  <a:pt x="8732799" y="3576"/>
                </a:lnTo>
                <a:lnTo>
                  <a:pt x="8779312" y="13967"/>
                </a:lnTo>
                <a:lnTo>
                  <a:pt x="8823097" y="30660"/>
                </a:lnTo>
                <a:lnTo>
                  <a:pt x="8863643" y="53144"/>
                </a:lnTo>
                <a:lnTo>
                  <a:pt x="8900440" y="80911"/>
                </a:lnTo>
                <a:lnTo>
                  <a:pt x="8932977" y="113448"/>
                </a:lnTo>
                <a:lnTo>
                  <a:pt x="8960743" y="150245"/>
                </a:lnTo>
                <a:lnTo>
                  <a:pt x="8983228" y="190791"/>
                </a:lnTo>
                <a:lnTo>
                  <a:pt x="8999921" y="234576"/>
                </a:lnTo>
                <a:lnTo>
                  <a:pt x="9010311" y="281088"/>
                </a:lnTo>
                <a:lnTo>
                  <a:pt x="9013888" y="329819"/>
                </a:lnTo>
                <a:lnTo>
                  <a:pt x="9013888" y="6361493"/>
                </a:lnTo>
                <a:lnTo>
                  <a:pt x="9010311" y="6410232"/>
                </a:lnTo>
                <a:lnTo>
                  <a:pt x="8999921" y="6456750"/>
                </a:lnTo>
                <a:lnTo>
                  <a:pt x="8983228" y="6500538"/>
                </a:lnTo>
                <a:lnTo>
                  <a:pt x="8960743" y="6541084"/>
                </a:lnTo>
                <a:lnTo>
                  <a:pt x="8932977" y="6577880"/>
                </a:lnTo>
                <a:lnTo>
                  <a:pt x="8900440" y="6610414"/>
                </a:lnTo>
                <a:lnTo>
                  <a:pt x="8863643" y="6638178"/>
                </a:lnTo>
                <a:lnTo>
                  <a:pt x="8823097" y="6660659"/>
                </a:lnTo>
                <a:lnTo>
                  <a:pt x="8779312" y="6677349"/>
                </a:lnTo>
                <a:lnTo>
                  <a:pt x="8732799" y="6687737"/>
                </a:lnTo>
                <a:lnTo>
                  <a:pt x="8684069" y="6691313"/>
                </a:lnTo>
                <a:lnTo>
                  <a:pt x="329819" y="6691313"/>
                </a:lnTo>
                <a:lnTo>
                  <a:pt x="281080" y="6687737"/>
                </a:lnTo>
                <a:lnTo>
                  <a:pt x="234562" y="6677349"/>
                </a:lnTo>
                <a:lnTo>
                  <a:pt x="190774" y="6660659"/>
                </a:lnTo>
                <a:lnTo>
                  <a:pt x="150228" y="6638178"/>
                </a:lnTo>
                <a:lnTo>
                  <a:pt x="113432" y="6610414"/>
                </a:lnTo>
                <a:lnTo>
                  <a:pt x="80898" y="6577880"/>
                </a:lnTo>
                <a:lnTo>
                  <a:pt x="53135" y="6541084"/>
                </a:lnTo>
                <a:lnTo>
                  <a:pt x="30653" y="6500538"/>
                </a:lnTo>
                <a:lnTo>
                  <a:pt x="13964" y="6456750"/>
                </a:lnTo>
                <a:lnTo>
                  <a:pt x="3576" y="6410232"/>
                </a:lnTo>
                <a:lnTo>
                  <a:pt x="0" y="6361493"/>
                </a:lnTo>
                <a:lnTo>
                  <a:pt x="0" y="329819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84667" y="1397000"/>
            <a:ext cx="12026900" cy="120650"/>
          </a:xfrm>
          <a:custGeom>
            <a:avLst/>
            <a:gdLst/>
            <a:ahLst/>
            <a:cxnLst/>
            <a:rect l="l" t="t" r="r" b="b"/>
            <a:pathLst>
              <a:path w="9020175" h="120650">
                <a:moveTo>
                  <a:pt x="9020175" y="0"/>
                </a:moveTo>
                <a:lnTo>
                  <a:pt x="0" y="0"/>
                </a:lnTo>
                <a:lnTo>
                  <a:pt x="0" y="120650"/>
                </a:lnTo>
                <a:lnTo>
                  <a:pt x="9020175" y="120650"/>
                </a:lnTo>
                <a:lnTo>
                  <a:pt x="9020175" y="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84667" y="2976627"/>
            <a:ext cx="12026900" cy="111125"/>
          </a:xfrm>
          <a:custGeom>
            <a:avLst/>
            <a:gdLst/>
            <a:ahLst/>
            <a:cxnLst/>
            <a:rect l="l" t="t" r="r" b="b"/>
            <a:pathLst>
              <a:path w="9020175" h="111125">
                <a:moveTo>
                  <a:pt x="9020175" y="0"/>
                </a:moveTo>
                <a:lnTo>
                  <a:pt x="0" y="0"/>
                </a:lnTo>
                <a:lnTo>
                  <a:pt x="0" y="111125"/>
                </a:lnTo>
                <a:lnTo>
                  <a:pt x="9020175" y="111125"/>
                </a:lnTo>
                <a:lnTo>
                  <a:pt x="9020175" y="0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194733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D4F04-36B2-44B5-9F38-E0B2CF0D04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302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9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09D09-ED48-4AEE-812A-0CFB69326C8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3020">
              <a:lnSpc>
                <a:spcPts val="1664"/>
              </a:lnSpc>
            </a:pPr>
            <a:fld id="{81D60167-4931-47E6-BA6A-407CBD079E47}" type="slidenum">
              <a:rPr lang="en-US" spc="-25" smtClean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‹#›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76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40AA5-C1B2-45EB-B4F3-4080D439D36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D4741-A29F-4A87-A84B-94783D10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8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668" y="69850"/>
            <a:ext cx="12018433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329946"/>
                </a:moveTo>
                <a:lnTo>
                  <a:pt x="3576" y="281184"/>
                </a:lnTo>
                <a:lnTo>
                  <a:pt x="13967" y="234645"/>
                </a:lnTo>
                <a:lnTo>
                  <a:pt x="30661" y="190840"/>
                </a:lnTo>
                <a:lnTo>
                  <a:pt x="53148" y="150277"/>
                </a:lnTo>
                <a:lnTo>
                  <a:pt x="80918" y="113468"/>
                </a:lnTo>
                <a:lnTo>
                  <a:pt x="113460" y="80923"/>
                </a:lnTo>
                <a:lnTo>
                  <a:pt x="150264" y="53151"/>
                </a:lnTo>
                <a:lnTo>
                  <a:pt x="190820" y="30662"/>
                </a:lnTo>
                <a:lnTo>
                  <a:pt x="234617" y="13967"/>
                </a:lnTo>
                <a:lnTo>
                  <a:pt x="281146" y="3576"/>
                </a:lnTo>
                <a:lnTo>
                  <a:pt x="329895" y="0"/>
                </a:lnTo>
                <a:lnTo>
                  <a:pt x="8683879" y="0"/>
                </a:lnTo>
                <a:lnTo>
                  <a:pt x="8732640" y="3576"/>
                </a:lnTo>
                <a:lnTo>
                  <a:pt x="8779179" y="13967"/>
                </a:lnTo>
                <a:lnTo>
                  <a:pt x="8822984" y="30662"/>
                </a:lnTo>
                <a:lnTo>
                  <a:pt x="8863547" y="53151"/>
                </a:lnTo>
                <a:lnTo>
                  <a:pt x="8900356" y="80923"/>
                </a:lnTo>
                <a:lnTo>
                  <a:pt x="8932901" y="113468"/>
                </a:lnTo>
                <a:lnTo>
                  <a:pt x="8960673" y="150277"/>
                </a:lnTo>
                <a:lnTo>
                  <a:pt x="8983162" y="190840"/>
                </a:lnTo>
                <a:lnTo>
                  <a:pt x="8999857" y="234645"/>
                </a:lnTo>
                <a:lnTo>
                  <a:pt x="9010248" y="281184"/>
                </a:lnTo>
                <a:lnTo>
                  <a:pt x="9013825" y="329946"/>
                </a:lnTo>
                <a:lnTo>
                  <a:pt x="9013825" y="6363004"/>
                </a:lnTo>
                <a:lnTo>
                  <a:pt x="9010248" y="6411753"/>
                </a:lnTo>
                <a:lnTo>
                  <a:pt x="8999857" y="6458282"/>
                </a:lnTo>
                <a:lnTo>
                  <a:pt x="8983162" y="6502079"/>
                </a:lnTo>
                <a:lnTo>
                  <a:pt x="8960673" y="6542635"/>
                </a:lnTo>
                <a:lnTo>
                  <a:pt x="8932901" y="6579439"/>
                </a:lnTo>
                <a:lnTo>
                  <a:pt x="8900356" y="6611981"/>
                </a:lnTo>
                <a:lnTo>
                  <a:pt x="8863547" y="6639751"/>
                </a:lnTo>
                <a:lnTo>
                  <a:pt x="8822984" y="6662238"/>
                </a:lnTo>
                <a:lnTo>
                  <a:pt x="8779179" y="6678932"/>
                </a:lnTo>
                <a:lnTo>
                  <a:pt x="8732640" y="6689323"/>
                </a:lnTo>
                <a:lnTo>
                  <a:pt x="8683879" y="6692900"/>
                </a:lnTo>
                <a:lnTo>
                  <a:pt x="329895" y="6692900"/>
                </a:lnTo>
                <a:lnTo>
                  <a:pt x="281146" y="6689323"/>
                </a:lnTo>
                <a:lnTo>
                  <a:pt x="234617" y="6678932"/>
                </a:lnTo>
                <a:lnTo>
                  <a:pt x="190820" y="6662238"/>
                </a:lnTo>
                <a:lnTo>
                  <a:pt x="150264" y="6639751"/>
                </a:lnTo>
                <a:lnTo>
                  <a:pt x="113460" y="6611981"/>
                </a:lnTo>
                <a:lnTo>
                  <a:pt x="80918" y="6579439"/>
                </a:lnTo>
                <a:lnTo>
                  <a:pt x="53148" y="6542635"/>
                </a:lnTo>
                <a:lnTo>
                  <a:pt x="30661" y="6502079"/>
                </a:lnTo>
                <a:lnTo>
                  <a:pt x="13967" y="6458282"/>
                </a:lnTo>
                <a:lnTo>
                  <a:pt x="3576" y="6411753"/>
                </a:lnTo>
                <a:lnTo>
                  <a:pt x="0" y="6363004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94733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6927" y="886967"/>
            <a:ext cx="11058144" cy="10515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96901" y="6567487"/>
            <a:ext cx="11087100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7267" y="370459"/>
            <a:ext cx="110574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9963" y="1167766"/>
            <a:ext cx="101777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52557" y="6600175"/>
            <a:ext cx="1658619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kern="0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FD3AD-A723-411D-9DF4-4F61E2FACA07}" type="datetime1">
              <a:rPr lang="en-US" kern="0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12928" y="6334103"/>
            <a:ext cx="375073" cy="218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3020">
              <a:lnSpc>
                <a:spcPts val="1664"/>
              </a:lnSpc>
            </a:pPr>
            <a:fld id="{81D60167-4931-47E6-BA6A-407CBD079E47}" type="slidenum">
              <a:rPr lang="en-US" kern="0" spc="-25" smtClean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‹#›</a:t>
            </a:fld>
            <a:endParaRPr lang="en-US" kern="0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806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675"/>
            <a:ext cx="12192000" cy="6697980"/>
            <a:chOff x="61912" y="66675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7" y="69850"/>
              <a:ext cx="9013888" cy="6691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87" y="69850"/>
              <a:ext cx="9014460" cy="6691630"/>
            </a:xfrm>
            <a:custGeom>
              <a:avLst/>
              <a:gdLst/>
              <a:ahLst/>
              <a:cxnLst/>
              <a:rect l="l" t="t" r="r" b="b"/>
              <a:pathLst>
                <a:path w="9014460" h="6691630">
                  <a:moveTo>
                    <a:pt x="0" y="329819"/>
                  </a:moveTo>
                  <a:lnTo>
                    <a:pt x="3576" y="281088"/>
                  </a:lnTo>
                  <a:lnTo>
                    <a:pt x="13964" y="234576"/>
                  </a:lnTo>
                  <a:lnTo>
                    <a:pt x="30653" y="190791"/>
                  </a:lnTo>
                  <a:lnTo>
                    <a:pt x="53135" y="150245"/>
                  </a:lnTo>
                  <a:lnTo>
                    <a:pt x="80898" y="113448"/>
                  </a:lnTo>
                  <a:lnTo>
                    <a:pt x="113432" y="80911"/>
                  </a:lnTo>
                  <a:lnTo>
                    <a:pt x="150228" y="53144"/>
                  </a:lnTo>
                  <a:lnTo>
                    <a:pt x="190774" y="30660"/>
                  </a:lnTo>
                  <a:lnTo>
                    <a:pt x="234562" y="13967"/>
                  </a:lnTo>
                  <a:lnTo>
                    <a:pt x="281080" y="3576"/>
                  </a:lnTo>
                  <a:lnTo>
                    <a:pt x="329819" y="0"/>
                  </a:lnTo>
                  <a:lnTo>
                    <a:pt x="8684069" y="0"/>
                  </a:lnTo>
                  <a:lnTo>
                    <a:pt x="8732799" y="3576"/>
                  </a:lnTo>
                  <a:lnTo>
                    <a:pt x="8779312" y="13967"/>
                  </a:lnTo>
                  <a:lnTo>
                    <a:pt x="8823097" y="30660"/>
                  </a:lnTo>
                  <a:lnTo>
                    <a:pt x="8863643" y="53144"/>
                  </a:lnTo>
                  <a:lnTo>
                    <a:pt x="8900440" y="80911"/>
                  </a:lnTo>
                  <a:lnTo>
                    <a:pt x="8932977" y="113448"/>
                  </a:lnTo>
                  <a:lnTo>
                    <a:pt x="8960743" y="150245"/>
                  </a:lnTo>
                  <a:lnTo>
                    <a:pt x="8983228" y="190791"/>
                  </a:lnTo>
                  <a:lnTo>
                    <a:pt x="8999921" y="234576"/>
                  </a:lnTo>
                  <a:lnTo>
                    <a:pt x="9010311" y="281088"/>
                  </a:lnTo>
                  <a:lnTo>
                    <a:pt x="9013888" y="329819"/>
                  </a:lnTo>
                  <a:lnTo>
                    <a:pt x="9013888" y="6361493"/>
                  </a:lnTo>
                  <a:lnTo>
                    <a:pt x="9010311" y="6410232"/>
                  </a:lnTo>
                  <a:lnTo>
                    <a:pt x="8999921" y="6456750"/>
                  </a:lnTo>
                  <a:lnTo>
                    <a:pt x="8983228" y="6500538"/>
                  </a:lnTo>
                  <a:lnTo>
                    <a:pt x="8960743" y="6541084"/>
                  </a:lnTo>
                  <a:lnTo>
                    <a:pt x="8932977" y="6577880"/>
                  </a:lnTo>
                  <a:lnTo>
                    <a:pt x="8900440" y="6610414"/>
                  </a:lnTo>
                  <a:lnTo>
                    <a:pt x="8863643" y="6638178"/>
                  </a:lnTo>
                  <a:lnTo>
                    <a:pt x="8823097" y="6660659"/>
                  </a:lnTo>
                  <a:lnTo>
                    <a:pt x="8779312" y="6677349"/>
                  </a:lnTo>
                  <a:lnTo>
                    <a:pt x="8732799" y="6687737"/>
                  </a:lnTo>
                  <a:lnTo>
                    <a:pt x="8684069" y="6691313"/>
                  </a:lnTo>
                  <a:lnTo>
                    <a:pt x="329819" y="6691313"/>
                  </a:lnTo>
                  <a:lnTo>
                    <a:pt x="281080" y="6687737"/>
                  </a:lnTo>
                  <a:lnTo>
                    <a:pt x="234562" y="6677349"/>
                  </a:lnTo>
                  <a:lnTo>
                    <a:pt x="190774" y="6660659"/>
                  </a:lnTo>
                  <a:lnTo>
                    <a:pt x="150228" y="6638178"/>
                  </a:lnTo>
                  <a:lnTo>
                    <a:pt x="113432" y="6610414"/>
                  </a:lnTo>
                  <a:lnTo>
                    <a:pt x="80898" y="6577880"/>
                  </a:lnTo>
                  <a:lnTo>
                    <a:pt x="53135" y="6541084"/>
                  </a:lnTo>
                  <a:lnTo>
                    <a:pt x="30653" y="6500538"/>
                  </a:lnTo>
                  <a:lnTo>
                    <a:pt x="13964" y="6456750"/>
                  </a:lnTo>
                  <a:lnTo>
                    <a:pt x="3576" y="6410232"/>
                  </a:lnTo>
                  <a:lnTo>
                    <a:pt x="0" y="6361493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1397000"/>
              <a:ext cx="9020175" cy="120650"/>
            </a:xfrm>
            <a:custGeom>
              <a:avLst/>
              <a:gdLst/>
              <a:ahLst/>
              <a:cxnLst/>
              <a:rect l="l" t="t" r="r" b="b"/>
              <a:pathLst>
                <a:path w="9020175" h="120650">
                  <a:moveTo>
                    <a:pt x="9020175" y="0"/>
                  </a:moveTo>
                  <a:lnTo>
                    <a:pt x="0" y="0"/>
                  </a:lnTo>
                  <a:lnTo>
                    <a:pt x="0" y="120650"/>
                  </a:lnTo>
                  <a:lnTo>
                    <a:pt x="9020175" y="12065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3500" y="2976626"/>
              <a:ext cx="9020175" cy="111125"/>
            </a:xfrm>
            <a:custGeom>
              <a:avLst/>
              <a:gdLst/>
              <a:ahLst/>
              <a:cxnLst/>
              <a:rect l="l" t="t" r="r" b="b"/>
              <a:pathLst>
                <a:path w="9020175" h="111125">
                  <a:moveTo>
                    <a:pt x="9020175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9020175" y="11112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6050" y="6210300"/>
              <a:ext cx="8616950" cy="552450"/>
            </a:xfrm>
            <a:custGeom>
              <a:avLst/>
              <a:gdLst/>
              <a:ahLst/>
              <a:cxnLst/>
              <a:rect l="l" t="t" r="r" b="b"/>
              <a:pathLst>
                <a:path w="8616950" h="552450">
                  <a:moveTo>
                    <a:pt x="3043301" y="552450"/>
                  </a:moveTo>
                  <a:lnTo>
                    <a:pt x="3036938" y="501815"/>
                  </a:lnTo>
                  <a:lnTo>
                    <a:pt x="3019018" y="456311"/>
                  </a:lnTo>
                  <a:lnTo>
                    <a:pt x="2991205" y="417753"/>
                  </a:lnTo>
                  <a:lnTo>
                    <a:pt x="2955226" y="387959"/>
                  </a:lnTo>
                  <a:lnTo>
                    <a:pt x="2912757" y="368757"/>
                  </a:lnTo>
                  <a:lnTo>
                    <a:pt x="2865501" y="361950"/>
                  </a:lnTo>
                  <a:lnTo>
                    <a:pt x="479425" y="361950"/>
                  </a:lnTo>
                  <a:lnTo>
                    <a:pt x="432155" y="368757"/>
                  </a:lnTo>
                  <a:lnTo>
                    <a:pt x="393573" y="386207"/>
                  </a:lnTo>
                  <a:lnTo>
                    <a:pt x="418147" y="356412"/>
                  </a:lnTo>
                  <a:lnTo>
                    <a:pt x="439229" y="317588"/>
                  </a:lnTo>
                  <a:lnTo>
                    <a:pt x="452551" y="274675"/>
                  </a:lnTo>
                  <a:lnTo>
                    <a:pt x="457200" y="228600"/>
                  </a:lnTo>
                  <a:lnTo>
                    <a:pt x="452551" y="182537"/>
                  </a:lnTo>
                  <a:lnTo>
                    <a:pt x="439229" y="139623"/>
                  </a:lnTo>
                  <a:lnTo>
                    <a:pt x="418147" y="100799"/>
                  </a:lnTo>
                  <a:lnTo>
                    <a:pt x="390232" y="66967"/>
                  </a:lnTo>
                  <a:lnTo>
                    <a:pt x="356400" y="39052"/>
                  </a:lnTo>
                  <a:lnTo>
                    <a:pt x="317576" y="17970"/>
                  </a:lnTo>
                  <a:lnTo>
                    <a:pt x="274662" y="4648"/>
                  </a:lnTo>
                  <a:lnTo>
                    <a:pt x="228600" y="0"/>
                  </a:lnTo>
                  <a:lnTo>
                    <a:pt x="182524" y="4648"/>
                  </a:lnTo>
                  <a:lnTo>
                    <a:pt x="139611" y="17970"/>
                  </a:lnTo>
                  <a:lnTo>
                    <a:pt x="100787" y="39052"/>
                  </a:lnTo>
                  <a:lnTo>
                    <a:pt x="66954" y="66967"/>
                  </a:lnTo>
                  <a:lnTo>
                    <a:pt x="39039" y="100799"/>
                  </a:lnTo>
                  <a:lnTo>
                    <a:pt x="17957" y="139623"/>
                  </a:lnTo>
                  <a:lnTo>
                    <a:pt x="4635" y="182537"/>
                  </a:lnTo>
                  <a:lnTo>
                    <a:pt x="0" y="228600"/>
                  </a:lnTo>
                  <a:lnTo>
                    <a:pt x="4635" y="274675"/>
                  </a:lnTo>
                  <a:lnTo>
                    <a:pt x="17957" y="317588"/>
                  </a:lnTo>
                  <a:lnTo>
                    <a:pt x="39039" y="356412"/>
                  </a:lnTo>
                  <a:lnTo>
                    <a:pt x="66954" y="390245"/>
                  </a:lnTo>
                  <a:lnTo>
                    <a:pt x="100787" y="418160"/>
                  </a:lnTo>
                  <a:lnTo>
                    <a:pt x="139611" y="439242"/>
                  </a:lnTo>
                  <a:lnTo>
                    <a:pt x="182524" y="452564"/>
                  </a:lnTo>
                  <a:lnTo>
                    <a:pt x="228600" y="457200"/>
                  </a:lnTo>
                  <a:lnTo>
                    <a:pt x="274662" y="452564"/>
                  </a:lnTo>
                  <a:lnTo>
                    <a:pt x="317576" y="439242"/>
                  </a:lnTo>
                  <a:lnTo>
                    <a:pt x="351472" y="420839"/>
                  </a:lnTo>
                  <a:lnTo>
                    <a:pt x="325894" y="456311"/>
                  </a:lnTo>
                  <a:lnTo>
                    <a:pt x="307975" y="501815"/>
                  </a:lnTo>
                  <a:lnTo>
                    <a:pt x="301625" y="552450"/>
                  </a:lnTo>
                  <a:lnTo>
                    <a:pt x="3043301" y="552450"/>
                  </a:lnTo>
                  <a:close/>
                </a:path>
                <a:path w="8616950" h="552450">
                  <a:moveTo>
                    <a:pt x="8616950" y="547700"/>
                  </a:moveTo>
                  <a:lnTo>
                    <a:pt x="8610587" y="497052"/>
                  </a:lnTo>
                  <a:lnTo>
                    <a:pt x="8592668" y="451548"/>
                  </a:lnTo>
                  <a:lnTo>
                    <a:pt x="8564855" y="412991"/>
                  </a:lnTo>
                  <a:lnTo>
                    <a:pt x="8528875" y="383209"/>
                  </a:lnTo>
                  <a:lnTo>
                    <a:pt x="8486407" y="363994"/>
                  </a:lnTo>
                  <a:lnTo>
                    <a:pt x="8439150" y="357187"/>
                  </a:lnTo>
                  <a:lnTo>
                    <a:pt x="6051550" y="357187"/>
                  </a:lnTo>
                  <a:lnTo>
                    <a:pt x="6004280" y="363994"/>
                  </a:lnTo>
                  <a:lnTo>
                    <a:pt x="5961812" y="383209"/>
                  </a:lnTo>
                  <a:lnTo>
                    <a:pt x="5925832" y="412991"/>
                  </a:lnTo>
                  <a:lnTo>
                    <a:pt x="5898019" y="451548"/>
                  </a:lnTo>
                  <a:lnTo>
                    <a:pt x="5880100" y="497052"/>
                  </a:lnTo>
                  <a:lnTo>
                    <a:pt x="5873750" y="547700"/>
                  </a:lnTo>
                  <a:lnTo>
                    <a:pt x="8616950" y="54770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036" y="4246498"/>
              <a:ext cx="2486660" cy="1799082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87501" y="1517650"/>
            <a:ext cx="9020175" cy="1239442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255" rIns="0" bIns="0" rtlCol="0">
            <a:spAutoFit/>
          </a:bodyPr>
          <a:lstStyle/>
          <a:p>
            <a:pPr marL="2425065" marR="1931035" indent="-489584">
              <a:spcBef>
                <a:spcPts val="65"/>
              </a:spcBef>
            </a:pPr>
            <a:r>
              <a:rPr sz="4000" u="none" dirty="0">
                <a:solidFill>
                  <a:srgbClr val="FFFFFF"/>
                </a:solidFill>
              </a:rPr>
              <a:t>LẬP</a:t>
            </a:r>
            <a:r>
              <a:rPr sz="4000" u="none" spc="-110" dirty="0">
                <a:solidFill>
                  <a:srgbClr val="FFFFFF"/>
                </a:solidFill>
              </a:rPr>
              <a:t> </a:t>
            </a:r>
            <a:r>
              <a:rPr sz="4000" u="none" dirty="0">
                <a:solidFill>
                  <a:srgbClr val="FFFFFF"/>
                </a:solidFill>
              </a:rPr>
              <a:t>TRÌNH</a:t>
            </a:r>
            <a:r>
              <a:rPr sz="4000" u="none" spc="-85" dirty="0">
                <a:solidFill>
                  <a:srgbClr val="FFFFFF"/>
                </a:solidFill>
              </a:rPr>
              <a:t> </a:t>
            </a:r>
            <a:r>
              <a:rPr sz="4000" u="none" spc="-10" dirty="0">
                <a:solidFill>
                  <a:srgbClr val="FFFFFF"/>
                </a:solidFill>
              </a:rPr>
              <a:t>WEBSITE </a:t>
            </a:r>
            <a:r>
              <a:rPr sz="4000" u="none" spc="40" dirty="0">
                <a:solidFill>
                  <a:srgbClr val="FFFFFF"/>
                </a:solidFill>
              </a:rPr>
              <a:t>(</a:t>
            </a:r>
            <a:r>
              <a:rPr sz="4000" u="none" spc="-80">
                <a:solidFill>
                  <a:srgbClr val="FFFFFF"/>
                </a:solidFill>
              </a:rPr>
              <a:t>A</a:t>
            </a:r>
            <a:r>
              <a:rPr sz="4000" u="none" spc="40">
                <a:solidFill>
                  <a:srgbClr val="FFFFFF"/>
                </a:solidFill>
              </a:rPr>
              <a:t>S</a:t>
            </a:r>
            <a:r>
              <a:rPr sz="4000" u="none" spc="-475">
                <a:solidFill>
                  <a:srgbClr val="FFFFFF"/>
                </a:solidFill>
              </a:rPr>
              <a:t>P</a:t>
            </a:r>
            <a:r>
              <a:rPr sz="4000" u="none" spc="40">
                <a:solidFill>
                  <a:srgbClr val="FFFFFF"/>
                </a:solidFill>
              </a:rPr>
              <a:t>.NET</a:t>
            </a:r>
            <a:r>
              <a:rPr sz="4000" u="none" spc="-75">
                <a:solidFill>
                  <a:srgbClr val="FFFFFF"/>
                </a:solidFill>
              </a:rPr>
              <a:t> </a:t>
            </a:r>
            <a:r>
              <a:rPr lang="en-US" sz="4000" u="none" smtClean="0">
                <a:solidFill>
                  <a:srgbClr val="FFFFFF"/>
                </a:solidFill>
              </a:rPr>
              <a:t>MVC</a:t>
            </a:r>
            <a:r>
              <a:rPr sz="4000" u="none" spc="-25" smtClean="0">
                <a:solidFill>
                  <a:srgbClr val="FFFFFF"/>
                </a:solidFill>
              </a:rPr>
              <a:t>)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1602739" y="3195905"/>
            <a:ext cx="8488680" cy="93807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2855"/>
              </a:lnSpc>
              <a:spcBef>
                <a:spcPts val="115"/>
              </a:spcBef>
            </a:pPr>
            <a:r>
              <a:rPr sz="2400" b="1" kern="0" spc="-10">
                <a:solidFill>
                  <a:srgbClr val="FF0000"/>
                </a:solidFill>
                <a:latin typeface="Arial"/>
                <a:cs typeface="Arial"/>
              </a:rPr>
              <a:t>CH</a:t>
            </a:r>
            <a:r>
              <a:rPr lang="en-US" sz="2400" b="1" kern="0" spc="-10">
                <a:solidFill>
                  <a:srgbClr val="FF0000"/>
                </a:solidFill>
                <a:latin typeface="Arial"/>
                <a:cs typeface="Arial"/>
              </a:rPr>
              <a:t>Ư</a:t>
            </a:r>
            <a:r>
              <a:rPr sz="2400" b="1" kern="0" spc="-10">
                <a:solidFill>
                  <a:srgbClr val="FF0000"/>
                </a:solidFill>
                <a:latin typeface="Arial"/>
                <a:cs typeface="Arial"/>
              </a:rPr>
              <a:t>ƠNG</a:t>
            </a:r>
            <a:r>
              <a:rPr sz="2400" b="1" kern="0" spc="-1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FF0000"/>
                </a:solidFill>
                <a:latin typeface="Arial"/>
                <a:cs typeface="Arial"/>
              </a:rPr>
              <a:t>8: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395855">
              <a:lnSpc>
                <a:spcPts val="4295"/>
              </a:lnSpc>
            </a:pPr>
            <a:r>
              <a:rPr sz="3600" b="1" kern="0" dirty="0">
                <a:solidFill>
                  <a:srgbClr val="FF0000"/>
                </a:solidFill>
                <a:latin typeface="Arial"/>
                <a:cs typeface="Arial"/>
              </a:rPr>
              <a:t>TRIỂN</a:t>
            </a:r>
            <a:r>
              <a:rPr sz="3600" b="1" kern="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b="1" kern="0">
                <a:solidFill>
                  <a:srgbClr val="FF0000"/>
                </a:solidFill>
                <a:latin typeface="Arial"/>
                <a:cs typeface="Arial"/>
              </a:rPr>
              <a:t>KHAI</a:t>
            </a:r>
            <a:r>
              <a:rPr sz="3600" b="1" kern="0" spc="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b="1" kern="0" spc="-10">
                <a:solidFill>
                  <a:srgbClr val="FF0000"/>
                </a:solidFill>
                <a:latin typeface="Arial"/>
                <a:cs typeface="Arial"/>
              </a:rPr>
              <a:t>WEBSITE</a:t>
            </a:r>
            <a:endParaRPr sz="3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54851" y="795528"/>
            <a:ext cx="3977640" cy="132587"/>
            <a:chOff x="4530851" y="795527"/>
            <a:chExt cx="3977640" cy="132587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0851" y="795527"/>
              <a:ext cx="3977640" cy="13258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75175" y="836676"/>
              <a:ext cx="3889375" cy="1905"/>
            </a:xfrm>
            <a:custGeom>
              <a:avLst/>
              <a:gdLst/>
              <a:ahLst/>
              <a:cxnLst/>
              <a:rect l="l" t="t" r="r" b="b"/>
              <a:pathLst>
                <a:path w="3889375" h="1905">
                  <a:moveTo>
                    <a:pt x="0" y="0"/>
                  </a:moveTo>
                  <a:lnTo>
                    <a:pt x="3889375" y="1524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713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9450" y="450926"/>
            <a:ext cx="8293100" cy="25438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sz="2800" b="1" u="sng" kern="0" spc="-434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kern="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NỘI</a:t>
            </a:r>
            <a:r>
              <a:rPr sz="2800" b="1" u="sng" kern="0" spc="-25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kern="0" spc="-2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DUNG</a:t>
            </a:r>
            <a:r>
              <a:rPr sz="2800" b="1" u="sng" kern="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	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839469" indent="-297180">
              <a:spcBef>
                <a:spcPts val="3010"/>
              </a:spcBef>
              <a:buFontTx/>
              <a:buAutoNum type="arabicPlain"/>
              <a:tabLst>
                <a:tab pos="839469" algn="l"/>
              </a:tabLst>
            </a:pP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</a:t>
            </a:r>
            <a:r>
              <a:rPr sz="28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ký</a:t>
            </a:r>
            <a:r>
              <a:rPr sz="28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</a:t>
            </a:r>
            <a:r>
              <a:rPr sz="2800" kern="0" spc="-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Hosting</a:t>
            </a:r>
            <a:r>
              <a:rPr sz="28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miễn</a:t>
            </a:r>
            <a:r>
              <a:rPr sz="28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phí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40105" indent="-297815">
              <a:spcBef>
                <a:spcPts val="1685"/>
              </a:spcBef>
              <a:buFontTx/>
              <a:buAutoNum type="arabicPlain"/>
              <a:tabLst>
                <a:tab pos="840105" algn="l"/>
              </a:tabLst>
            </a:pP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Quản</a:t>
            </a:r>
            <a:r>
              <a:rPr sz="28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lý</a:t>
            </a:r>
            <a:r>
              <a:rPr sz="28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Hosting</a:t>
            </a:r>
            <a:r>
              <a:rPr sz="28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35025" indent="-292735">
              <a:spcBef>
                <a:spcPts val="1680"/>
              </a:spcBef>
              <a:buFontTx/>
              <a:buAutoNum type="arabicPlain"/>
              <a:tabLst>
                <a:tab pos="835025" algn="l"/>
              </a:tabLst>
            </a:pP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Triển</a:t>
            </a:r>
            <a:r>
              <a:rPr sz="28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khai</a:t>
            </a:r>
            <a:r>
              <a:rPr sz="28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</a:t>
            </a:r>
            <a:r>
              <a:rPr sz="2800" kern="0" spc="-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ASP.NET</a:t>
            </a:r>
            <a:r>
              <a:rPr sz="2800" kern="0" spc="-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MVC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810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>
                <a:solidFill>
                  <a:srgbClr val="9B2C1F"/>
                </a:solidFill>
              </a:rPr>
              <a:t>1.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ĐĂNG</a:t>
            </a:r>
            <a:r>
              <a:rPr spc="7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KÝ</a:t>
            </a:r>
            <a:r>
              <a:rPr spc="-45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WEB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HOSTING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MIỄN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spc="-25" dirty="0">
                <a:solidFill>
                  <a:srgbClr val="9B2C1F"/>
                </a:solidFill>
              </a:rPr>
              <a:t>PHÍ</a:t>
            </a:r>
            <a:r>
              <a:rPr dirty="0">
                <a:solidFill>
                  <a:srgbClr val="9B2C1F"/>
                </a:solid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09877" y="4526738"/>
            <a:ext cx="8146415" cy="18573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469900" marR="6985" indent="-457834" algn="just">
              <a:spcBef>
                <a:spcPts val="115"/>
              </a:spcBef>
              <a:buFont typeface="Wingdings"/>
              <a:buChar char=""/>
              <a:tabLst>
                <a:tab pos="469900" algn="l"/>
              </a:tabLst>
            </a:pP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Somee.com</a:t>
            </a:r>
            <a:r>
              <a:rPr sz="2400" i="1" kern="0" spc="3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là</a:t>
            </a:r>
            <a:r>
              <a:rPr sz="2400" i="1" kern="0" spc="3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nơi</a:t>
            </a:r>
            <a:r>
              <a:rPr sz="2400" i="1" kern="0" spc="3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cung</a:t>
            </a:r>
            <a:r>
              <a:rPr sz="2400" i="1" kern="0" spc="3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cấp</a:t>
            </a:r>
            <a:r>
              <a:rPr sz="2400" i="1" kern="0" spc="3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web</a:t>
            </a:r>
            <a:r>
              <a:rPr sz="2400" i="1" kern="0" spc="3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hosting</a:t>
            </a:r>
            <a:r>
              <a:rPr sz="2400" i="1" kern="0" spc="3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miễn</a:t>
            </a:r>
            <a:r>
              <a:rPr sz="2400" i="1" kern="0" spc="3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phí</a:t>
            </a:r>
            <a:r>
              <a:rPr sz="2400" i="1" kern="0" spc="3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spc="-25" dirty="0">
                <a:solidFill>
                  <a:srgbClr val="001F5F"/>
                </a:solidFill>
                <a:latin typeface="Arial"/>
                <a:cs typeface="Arial"/>
              </a:rPr>
              <a:t>với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nhiều</a:t>
            </a:r>
            <a:r>
              <a:rPr sz="2400" i="1" kern="0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dịch</a:t>
            </a:r>
            <a:r>
              <a:rPr sz="2400" i="1" kern="0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vụ</a:t>
            </a:r>
            <a:r>
              <a:rPr sz="2400" i="1" kern="0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và</a:t>
            </a:r>
            <a:r>
              <a:rPr sz="2400" i="1" kern="0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hỗ</a:t>
            </a:r>
            <a:r>
              <a:rPr sz="2400" i="1" kern="0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trợ</a:t>
            </a:r>
            <a:r>
              <a:rPr sz="2400" i="1" kern="0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mạnh</a:t>
            </a:r>
            <a:r>
              <a:rPr sz="2400" i="1" kern="0" spc="-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spc="-25" dirty="0">
                <a:solidFill>
                  <a:srgbClr val="001F5F"/>
                </a:solidFill>
                <a:latin typeface="Arial"/>
                <a:cs typeface="Arial"/>
              </a:rPr>
              <a:t>mẽ.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69900" marR="5080" indent="-457834" algn="just">
              <a:buFont typeface="Wingdings"/>
              <a:buChar char=""/>
              <a:tabLst>
                <a:tab pos="469900" algn="l"/>
              </a:tabLst>
            </a:pP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Với</a:t>
            </a:r>
            <a:r>
              <a:rPr sz="2400" i="1" kern="0" spc="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spc="-20" dirty="0">
                <a:solidFill>
                  <a:srgbClr val="001F5F"/>
                </a:solidFill>
                <a:latin typeface="Arial"/>
                <a:cs typeface="Arial"/>
              </a:rPr>
              <a:t>ASP.NET</a:t>
            </a:r>
            <a:r>
              <a:rPr sz="2400" i="1" kern="0" spc="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MVC,</a:t>
            </a:r>
            <a:r>
              <a:rPr sz="2400" i="1" kern="0" spc="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somee</a:t>
            </a:r>
            <a:r>
              <a:rPr sz="2400" i="1" kern="0" spc="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hỗ</a:t>
            </a:r>
            <a:r>
              <a:rPr sz="2400" i="1" kern="0" spc="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trợ</a:t>
            </a:r>
            <a:r>
              <a:rPr sz="2400" i="1" kern="0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đến</a:t>
            </a:r>
            <a:r>
              <a:rPr sz="2400" i="1" kern="0" spc="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.NET</a:t>
            </a:r>
            <a:r>
              <a:rPr sz="2400" i="1" kern="0" spc="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spc="-10" dirty="0">
                <a:solidFill>
                  <a:srgbClr val="001F5F"/>
                </a:solidFill>
                <a:latin typeface="Arial"/>
                <a:cs typeface="Arial"/>
              </a:rPr>
              <a:t>Framework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4.5,</a:t>
            </a:r>
            <a:r>
              <a:rPr sz="2400" i="1" kern="0" spc="4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CSDL</a:t>
            </a:r>
            <a:r>
              <a:rPr sz="2400" i="1" kern="0" spc="38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SQL</a:t>
            </a:r>
            <a:r>
              <a:rPr sz="2400" i="1" kern="0" spc="3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server</a:t>
            </a:r>
            <a:r>
              <a:rPr sz="2400" i="1" kern="0" spc="45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2005/2008/2012...</a:t>
            </a:r>
            <a:r>
              <a:rPr sz="2400" i="1" kern="0" spc="43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và</a:t>
            </a:r>
            <a:r>
              <a:rPr sz="2400" i="1" kern="0" spc="41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rất</a:t>
            </a:r>
            <a:r>
              <a:rPr sz="2400" i="1" kern="0" spc="4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spc="-10" dirty="0">
                <a:solidFill>
                  <a:srgbClr val="001F5F"/>
                </a:solidFill>
                <a:latin typeface="Arial"/>
                <a:cs typeface="Arial"/>
              </a:rPr>
              <a:t>nhiều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sự</a:t>
            </a:r>
            <a:r>
              <a:rPr sz="2400" i="1" kern="0" spc="-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hỗ</a:t>
            </a:r>
            <a:r>
              <a:rPr sz="2400" i="1" kern="0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trợ</a:t>
            </a:r>
            <a:r>
              <a:rPr sz="2400" i="1" kern="0" spc="-5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mạnh</a:t>
            </a:r>
            <a:r>
              <a:rPr sz="2400" i="1" kern="0" spc="2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rgbClr val="001F5F"/>
                </a:solidFill>
                <a:latin typeface="Arial"/>
                <a:cs typeface="Arial"/>
              </a:rPr>
              <a:t>mẽ</a:t>
            </a:r>
            <a:r>
              <a:rPr sz="2400" i="1" kern="0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2400" i="1" kern="0" spc="-20" dirty="0">
                <a:solidFill>
                  <a:srgbClr val="001F5F"/>
                </a:solidFill>
                <a:latin typeface="Arial"/>
                <a:cs typeface="Arial"/>
              </a:rPr>
              <a:t>khác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87139" y="1066547"/>
            <a:ext cx="4290060" cy="346938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859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>
                <a:solidFill>
                  <a:srgbClr val="9B2C1F"/>
                </a:solidFill>
              </a:rPr>
              <a:t>1.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ĐĂNG</a:t>
            </a:r>
            <a:r>
              <a:rPr spc="7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KÝ</a:t>
            </a:r>
            <a:r>
              <a:rPr spc="-45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WEB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HOSTING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MIỄN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spc="-25" dirty="0">
                <a:solidFill>
                  <a:srgbClr val="9B2C1F"/>
                </a:solidFill>
              </a:rPr>
              <a:t>PHÍ</a:t>
            </a:r>
            <a:r>
              <a:rPr dirty="0">
                <a:solidFill>
                  <a:srgbClr val="9B2C1F"/>
                </a:solid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7560" y="1071829"/>
            <a:ext cx="8143875" cy="759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spcBef>
                <a:spcPts val="115"/>
              </a:spcBef>
              <a:tabLst>
                <a:tab pos="972819" algn="l"/>
                <a:tab pos="1416685" algn="l"/>
                <a:tab pos="4481195" algn="l"/>
                <a:tab pos="5267960" algn="l"/>
                <a:tab pos="6329045" algn="l"/>
              </a:tabLst>
            </a:pP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Bước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1: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Truy</a:t>
            </a:r>
            <a:r>
              <a:rPr sz="2400" kern="0" spc="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cập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somee.com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(vào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[Learn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More</a:t>
            </a:r>
            <a:r>
              <a:rPr sz="2400" kern="0" spc="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xem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chi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tiết</a:t>
            </a:r>
            <a:r>
              <a:rPr sz="2400" kern="0" spc="-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về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gói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host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miễn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phí)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234118" y="1878203"/>
            <a:ext cx="5730240" cy="4561205"/>
            <a:chOff x="1710118" y="1878202"/>
            <a:chExt cx="5730240" cy="4561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0605" y="1878202"/>
              <a:ext cx="5639562" cy="45606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24405" y="5638799"/>
              <a:ext cx="942975" cy="381000"/>
            </a:xfrm>
            <a:custGeom>
              <a:avLst/>
              <a:gdLst/>
              <a:ahLst/>
              <a:cxnLst/>
              <a:rect l="l" t="t" r="r" b="b"/>
              <a:pathLst>
                <a:path w="942975" h="381000">
                  <a:moveTo>
                    <a:pt x="0" y="190500"/>
                  </a:moveTo>
                  <a:lnTo>
                    <a:pt x="16839" y="139858"/>
                  </a:lnTo>
                  <a:lnTo>
                    <a:pt x="64360" y="94352"/>
                  </a:lnTo>
                  <a:lnTo>
                    <a:pt x="98221" y="74092"/>
                  </a:lnTo>
                  <a:lnTo>
                    <a:pt x="138064" y="55797"/>
                  </a:lnTo>
                  <a:lnTo>
                    <a:pt x="183330" y="39694"/>
                  </a:lnTo>
                  <a:lnTo>
                    <a:pt x="233454" y="26009"/>
                  </a:lnTo>
                  <a:lnTo>
                    <a:pt x="287875" y="14970"/>
                  </a:lnTo>
                  <a:lnTo>
                    <a:pt x="346030" y="6805"/>
                  </a:lnTo>
                  <a:lnTo>
                    <a:pt x="407358" y="1739"/>
                  </a:lnTo>
                  <a:lnTo>
                    <a:pt x="471296" y="0"/>
                  </a:lnTo>
                  <a:lnTo>
                    <a:pt x="535261" y="1739"/>
                  </a:lnTo>
                  <a:lnTo>
                    <a:pt x="596607" y="6805"/>
                  </a:lnTo>
                  <a:lnTo>
                    <a:pt x="654772" y="14970"/>
                  </a:lnTo>
                  <a:lnTo>
                    <a:pt x="709196" y="26009"/>
                  </a:lnTo>
                  <a:lnTo>
                    <a:pt x="759318" y="39694"/>
                  </a:lnTo>
                  <a:lnTo>
                    <a:pt x="804576" y="55797"/>
                  </a:lnTo>
                  <a:lnTo>
                    <a:pt x="844411" y="74092"/>
                  </a:lnTo>
                  <a:lnTo>
                    <a:pt x="878261" y="94352"/>
                  </a:lnTo>
                  <a:lnTo>
                    <a:pt x="925762" y="139858"/>
                  </a:lnTo>
                  <a:lnTo>
                    <a:pt x="942594" y="190500"/>
                  </a:lnTo>
                  <a:lnTo>
                    <a:pt x="938292" y="216348"/>
                  </a:lnTo>
                  <a:lnTo>
                    <a:pt x="905565" y="264649"/>
                  </a:lnTo>
                  <a:lnTo>
                    <a:pt x="844411" y="306907"/>
                  </a:lnTo>
                  <a:lnTo>
                    <a:pt x="804576" y="325202"/>
                  </a:lnTo>
                  <a:lnTo>
                    <a:pt x="759318" y="341305"/>
                  </a:lnTo>
                  <a:lnTo>
                    <a:pt x="709196" y="354990"/>
                  </a:lnTo>
                  <a:lnTo>
                    <a:pt x="654772" y="366029"/>
                  </a:lnTo>
                  <a:lnTo>
                    <a:pt x="596607" y="374194"/>
                  </a:lnTo>
                  <a:lnTo>
                    <a:pt x="535261" y="379260"/>
                  </a:lnTo>
                  <a:lnTo>
                    <a:pt x="471296" y="381000"/>
                  </a:lnTo>
                  <a:lnTo>
                    <a:pt x="407358" y="379260"/>
                  </a:lnTo>
                  <a:lnTo>
                    <a:pt x="346030" y="374194"/>
                  </a:lnTo>
                  <a:lnTo>
                    <a:pt x="287875" y="366029"/>
                  </a:lnTo>
                  <a:lnTo>
                    <a:pt x="233454" y="354990"/>
                  </a:lnTo>
                  <a:lnTo>
                    <a:pt x="183330" y="341305"/>
                  </a:lnTo>
                  <a:lnTo>
                    <a:pt x="138064" y="325202"/>
                  </a:lnTo>
                  <a:lnTo>
                    <a:pt x="98221" y="306907"/>
                  </a:lnTo>
                  <a:lnTo>
                    <a:pt x="64360" y="286647"/>
                  </a:lnTo>
                  <a:lnTo>
                    <a:pt x="16839" y="241141"/>
                  </a:lnTo>
                  <a:lnTo>
                    <a:pt x="0" y="190500"/>
                  </a:lnTo>
                  <a:close/>
                </a:path>
              </a:pathLst>
            </a:custGeom>
            <a:ln w="28575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49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>
                <a:solidFill>
                  <a:srgbClr val="9B2C1F"/>
                </a:solidFill>
              </a:rPr>
              <a:t>1.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ĐĂNG</a:t>
            </a:r>
            <a:r>
              <a:rPr spc="7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KÝ</a:t>
            </a:r>
            <a:r>
              <a:rPr spc="-45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WEB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HOSTING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MIỄN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spc="-25" dirty="0">
                <a:solidFill>
                  <a:srgbClr val="9B2C1F"/>
                </a:solidFill>
              </a:rPr>
              <a:t>PHÍ</a:t>
            </a:r>
            <a:r>
              <a:rPr dirty="0">
                <a:solidFill>
                  <a:srgbClr val="9B2C1F"/>
                </a:solidFill>
              </a:rPr>
              <a:t>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71676" y="1508886"/>
            <a:ext cx="2066925" cy="4511040"/>
            <a:chOff x="447675" y="1508886"/>
            <a:chExt cx="2066925" cy="45110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675" y="1508886"/>
              <a:ext cx="2066925" cy="451091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24000" y="5562600"/>
              <a:ext cx="942975" cy="381000"/>
            </a:xfrm>
            <a:custGeom>
              <a:avLst/>
              <a:gdLst/>
              <a:ahLst/>
              <a:cxnLst/>
              <a:rect l="l" t="t" r="r" b="b"/>
              <a:pathLst>
                <a:path w="942975" h="381000">
                  <a:moveTo>
                    <a:pt x="0" y="190500"/>
                  </a:moveTo>
                  <a:lnTo>
                    <a:pt x="16831" y="139858"/>
                  </a:lnTo>
                  <a:lnTo>
                    <a:pt x="64332" y="94352"/>
                  </a:lnTo>
                  <a:lnTo>
                    <a:pt x="98182" y="74092"/>
                  </a:lnTo>
                  <a:lnTo>
                    <a:pt x="138017" y="55797"/>
                  </a:lnTo>
                  <a:lnTo>
                    <a:pt x="183275" y="39694"/>
                  </a:lnTo>
                  <a:lnTo>
                    <a:pt x="233397" y="26009"/>
                  </a:lnTo>
                  <a:lnTo>
                    <a:pt x="287821" y="14970"/>
                  </a:lnTo>
                  <a:lnTo>
                    <a:pt x="345986" y="6805"/>
                  </a:lnTo>
                  <a:lnTo>
                    <a:pt x="407332" y="1739"/>
                  </a:lnTo>
                  <a:lnTo>
                    <a:pt x="471297" y="0"/>
                  </a:lnTo>
                  <a:lnTo>
                    <a:pt x="535235" y="1739"/>
                  </a:lnTo>
                  <a:lnTo>
                    <a:pt x="596563" y="6805"/>
                  </a:lnTo>
                  <a:lnTo>
                    <a:pt x="654718" y="14970"/>
                  </a:lnTo>
                  <a:lnTo>
                    <a:pt x="709139" y="26009"/>
                  </a:lnTo>
                  <a:lnTo>
                    <a:pt x="759263" y="39694"/>
                  </a:lnTo>
                  <a:lnTo>
                    <a:pt x="804529" y="55797"/>
                  </a:lnTo>
                  <a:lnTo>
                    <a:pt x="844372" y="74092"/>
                  </a:lnTo>
                  <a:lnTo>
                    <a:pt x="878233" y="94352"/>
                  </a:lnTo>
                  <a:lnTo>
                    <a:pt x="925754" y="139858"/>
                  </a:lnTo>
                  <a:lnTo>
                    <a:pt x="942594" y="190500"/>
                  </a:lnTo>
                  <a:lnTo>
                    <a:pt x="938290" y="216348"/>
                  </a:lnTo>
                  <a:lnTo>
                    <a:pt x="905547" y="264649"/>
                  </a:lnTo>
                  <a:lnTo>
                    <a:pt x="844372" y="306907"/>
                  </a:lnTo>
                  <a:lnTo>
                    <a:pt x="804529" y="325202"/>
                  </a:lnTo>
                  <a:lnTo>
                    <a:pt x="759263" y="341305"/>
                  </a:lnTo>
                  <a:lnTo>
                    <a:pt x="709139" y="354990"/>
                  </a:lnTo>
                  <a:lnTo>
                    <a:pt x="654718" y="366029"/>
                  </a:lnTo>
                  <a:lnTo>
                    <a:pt x="596563" y="374194"/>
                  </a:lnTo>
                  <a:lnTo>
                    <a:pt x="535235" y="379260"/>
                  </a:lnTo>
                  <a:lnTo>
                    <a:pt x="471297" y="381000"/>
                  </a:lnTo>
                  <a:lnTo>
                    <a:pt x="407332" y="379260"/>
                  </a:lnTo>
                  <a:lnTo>
                    <a:pt x="345986" y="374194"/>
                  </a:lnTo>
                  <a:lnTo>
                    <a:pt x="287821" y="366029"/>
                  </a:lnTo>
                  <a:lnTo>
                    <a:pt x="233397" y="354990"/>
                  </a:lnTo>
                  <a:lnTo>
                    <a:pt x="183275" y="341305"/>
                  </a:lnTo>
                  <a:lnTo>
                    <a:pt x="138017" y="325202"/>
                  </a:lnTo>
                  <a:lnTo>
                    <a:pt x="98182" y="306907"/>
                  </a:lnTo>
                  <a:lnTo>
                    <a:pt x="64332" y="286647"/>
                  </a:lnTo>
                  <a:lnTo>
                    <a:pt x="16831" y="241141"/>
                  </a:lnTo>
                  <a:lnTo>
                    <a:pt x="0" y="190500"/>
                  </a:lnTo>
                  <a:close/>
                </a:path>
              </a:pathLst>
            </a:custGeom>
            <a:ln w="28575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67560" y="970468"/>
            <a:ext cx="6669405" cy="1901189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spcBef>
                <a:spcPts val="910"/>
              </a:spcBef>
              <a:tabLst>
                <a:tab pos="945515" algn="l"/>
              </a:tabLst>
            </a:pPr>
            <a:r>
              <a:rPr sz="2400" kern="0" spc="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Bước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2:Thông</a:t>
            </a:r>
            <a:r>
              <a:rPr sz="2400" kern="0" spc="-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chi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tiết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về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gói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hosting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miễn</a:t>
            </a:r>
            <a:r>
              <a:rPr sz="2400" kern="0" spc="-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phí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2406015" indent="-342265">
              <a:spcBef>
                <a:spcPts val="730"/>
              </a:spcBef>
              <a:buFont typeface="Wingdings"/>
              <a:buChar char=""/>
              <a:tabLst>
                <a:tab pos="2406015" algn="l"/>
              </a:tabLst>
            </a:pPr>
            <a:r>
              <a:rPr sz="22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Lưu</a:t>
            </a:r>
            <a:r>
              <a:rPr sz="22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trữ:</a:t>
            </a:r>
            <a:r>
              <a:rPr sz="22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150</a:t>
            </a:r>
            <a:r>
              <a:rPr sz="22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MB</a:t>
            </a:r>
            <a:endParaRPr sz="22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2406015" indent="-342265">
              <a:spcBef>
                <a:spcPts val="1215"/>
              </a:spcBef>
              <a:buFont typeface="Wingdings"/>
              <a:buChar char=""/>
              <a:tabLst>
                <a:tab pos="2406015" algn="l"/>
              </a:tabLst>
            </a:pP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Băng</a:t>
            </a:r>
            <a:r>
              <a:rPr sz="22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2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5GB/tháng</a:t>
            </a:r>
            <a:endParaRPr sz="22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2406015" indent="-342265">
              <a:spcBef>
                <a:spcPts val="1210"/>
              </a:spcBef>
              <a:buFont typeface="Wingdings"/>
              <a:buChar char=""/>
              <a:tabLst>
                <a:tab pos="2406015" algn="l"/>
              </a:tabLst>
            </a:pP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2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lượng</a:t>
            </a:r>
            <a:r>
              <a:rPr sz="22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domain</a:t>
            </a:r>
            <a:r>
              <a:rPr sz="22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hỗ</a:t>
            </a:r>
            <a:r>
              <a:rPr sz="22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trợ:</a:t>
            </a:r>
            <a:r>
              <a:rPr sz="22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1</a:t>
            </a:r>
            <a:endParaRPr sz="22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5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8611" y="2996006"/>
            <a:ext cx="62464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spcBef>
                <a:spcPts val="95"/>
              </a:spcBef>
              <a:buFont typeface="Wingdings"/>
              <a:buChar char=""/>
              <a:tabLst>
                <a:tab pos="354965" algn="l"/>
                <a:tab pos="1091565" algn="l"/>
                <a:tab pos="2775585" algn="l"/>
                <a:tab pos="3388360" algn="l"/>
                <a:tab pos="4042410" algn="l"/>
                <a:tab pos="4783455" algn="l"/>
                <a:tab pos="5766435" algn="l"/>
              </a:tabLst>
            </a:pP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Net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2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framework: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hỗ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2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trợ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2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phiên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bản</a:t>
            </a:r>
            <a:endParaRPr sz="22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8611" y="3184143"/>
            <a:ext cx="6255385" cy="298132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355600">
              <a:spcBef>
                <a:spcPts val="1280"/>
              </a:spcBef>
            </a:pPr>
            <a:r>
              <a:rPr sz="22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4.5/4.0/3.5/2.0/1.1</a:t>
            </a:r>
            <a:endParaRPr sz="22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1180"/>
              </a:spcBef>
              <a:buFont typeface="Wingdings"/>
              <a:buChar char=""/>
              <a:tabLst>
                <a:tab pos="355600" algn="l"/>
                <a:tab pos="1311275" algn="l"/>
                <a:tab pos="1864995" algn="l"/>
                <a:tab pos="2867025" algn="l"/>
                <a:tab pos="3698875" algn="l"/>
                <a:tab pos="4531360" algn="l"/>
                <a:tab pos="4819650" algn="l"/>
              </a:tabLst>
            </a:pPr>
            <a:r>
              <a:rPr sz="22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CSDL: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MS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2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access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2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2003,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2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2007.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2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1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CSDL</a:t>
            </a:r>
            <a:r>
              <a:rPr sz="2200" kern="0" spc="3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SQL</a:t>
            </a:r>
            <a:endParaRPr sz="22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marR="17780">
              <a:lnSpc>
                <a:spcPts val="2630"/>
              </a:lnSpc>
              <a:spcBef>
                <a:spcPts val="120"/>
              </a:spcBef>
            </a:pP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</a:t>
            </a:r>
            <a:r>
              <a:rPr sz="2200" kern="0" spc="2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dung</a:t>
            </a:r>
            <a:r>
              <a:rPr sz="2200" kern="0" spc="2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lượng</a:t>
            </a:r>
            <a:r>
              <a:rPr sz="2200" kern="0" spc="2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tối</a:t>
            </a:r>
            <a:r>
              <a:rPr sz="2200" kern="0" spc="2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đa</a:t>
            </a:r>
            <a:r>
              <a:rPr sz="2200" kern="0" spc="2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15MB</a:t>
            </a:r>
            <a:r>
              <a:rPr sz="2200" kern="0" spc="2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(mdf)</a:t>
            </a:r>
            <a:r>
              <a:rPr sz="2200" kern="0" spc="2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,</a:t>
            </a:r>
            <a:r>
              <a:rPr sz="2200" kern="0" spc="25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20MB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(ldf)</a:t>
            </a:r>
            <a:r>
              <a:rPr sz="22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2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dung</a:t>
            </a:r>
            <a:r>
              <a:rPr sz="22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lượng</a:t>
            </a:r>
            <a:r>
              <a:rPr sz="22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lưu</a:t>
            </a:r>
            <a:r>
              <a:rPr sz="22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trữ</a:t>
            </a:r>
            <a:r>
              <a:rPr sz="22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bản</a:t>
            </a:r>
            <a:r>
              <a:rPr sz="22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sao</a:t>
            </a:r>
            <a:r>
              <a:rPr sz="22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</a:t>
            </a: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40MB.</a:t>
            </a:r>
            <a:endParaRPr sz="22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4330" marR="13970" indent="-342265">
              <a:spcBef>
                <a:spcPts val="1130"/>
              </a:spcBef>
              <a:buFont typeface="Wingdings"/>
              <a:buChar char=""/>
              <a:tabLst>
                <a:tab pos="355600" algn="l"/>
              </a:tabLst>
            </a:pP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</a:t>
            </a:r>
            <a:r>
              <a:rPr sz="2200" kern="0" spc="2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email</a:t>
            </a:r>
            <a:r>
              <a:rPr sz="2200" kern="0" spc="2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200" kern="0" spc="2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forward</a:t>
            </a:r>
            <a:r>
              <a:rPr sz="2200" kern="0" spc="2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đến</a:t>
            </a:r>
            <a:r>
              <a:rPr sz="2200" kern="0" spc="2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nhà</a:t>
            </a:r>
            <a:r>
              <a:rPr sz="2200" kern="0" spc="2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cung</a:t>
            </a:r>
            <a:r>
              <a:rPr sz="2200" kern="0" spc="2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cấp</a:t>
            </a:r>
            <a:r>
              <a:rPr sz="2200" kern="0" spc="2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smtp 	khác</a:t>
            </a:r>
            <a:endParaRPr sz="22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4965" indent="-342265">
              <a:spcBef>
                <a:spcPts val="1205"/>
              </a:spcBef>
              <a:buFont typeface="Wingdings"/>
              <a:buChar char=""/>
              <a:tabLst>
                <a:tab pos="354965" algn="l"/>
              </a:tabLst>
            </a:pP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Nhấp</a:t>
            </a: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nút</a:t>
            </a: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rgbClr val="FF0000"/>
                </a:solidFill>
                <a:latin typeface="Microsoft Sans Serif"/>
                <a:cs typeface="Microsoft Sans Serif"/>
              </a:rPr>
              <a:t>[Order</a:t>
            </a:r>
            <a:r>
              <a:rPr sz="2200" kern="0" spc="3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rgbClr val="FF0000"/>
                </a:solidFill>
                <a:latin typeface="Microsoft Sans Serif"/>
                <a:cs typeface="Microsoft Sans Serif"/>
              </a:rPr>
              <a:t>Now]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2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bắt</a:t>
            </a:r>
            <a:r>
              <a:rPr sz="22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đầu</a:t>
            </a: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</a:t>
            </a:r>
            <a:r>
              <a:rPr sz="22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2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ký</a:t>
            </a:r>
            <a:endParaRPr sz="22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57865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>
                <a:solidFill>
                  <a:srgbClr val="9B2C1F"/>
                </a:solidFill>
              </a:rPr>
              <a:t>1.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ĐĂNG</a:t>
            </a:r>
            <a:r>
              <a:rPr spc="7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KÝ</a:t>
            </a:r>
            <a:r>
              <a:rPr spc="-45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WEB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HOSTING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MIỄN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spc="-25" dirty="0">
                <a:solidFill>
                  <a:srgbClr val="9B2C1F"/>
                </a:solidFill>
              </a:rPr>
              <a:t>PHÍ</a:t>
            </a:r>
            <a:r>
              <a:rPr dirty="0">
                <a:solidFill>
                  <a:srgbClr val="9B2C1F"/>
                </a:solid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7560" y="1071829"/>
            <a:ext cx="8144509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algn="just">
              <a:spcBef>
                <a:spcPts val="115"/>
              </a:spcBef>
            </a:pP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Bước</a:t>
            </a:r>
            <a:r>
              <a:rPr sz="2400" kern="0" spc="3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3: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r>
              <a:rPr sz="2400" kern="0" spc="3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hồ</a:t>
            </a:r>
            <a:r>
              <a:rPr sz="2400" kern="0" spc="3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sơ</a:t>
            </a:r>
            <a:r>
              <a:rPr sz="2400" kern="0" spc="2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</a:t>
            </a:r>
            <a:r>
              <a:rPr sz="2400" kern="0" spc="3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nhân</a:t>
            </a:r>
            <a:r>
              <a:rPr sz="2400" kern="0" spc="3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3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form</a:t>
            </a:r>
            <a:r>
              <a:rPr sz="2400" kern="0" spc="3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r>
              <a:rPr sz="2400" kern="0" spc="3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3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đây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nhấp</a:t>
            </a:r>
            <a:r>
              <a:rPr sz="2400" kern="0" spc="1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nút</a:t>
            </a:r>
            <a:r>
              <a:rPr sz="2400" kern="0" spc="2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[Register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new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user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accounnt]</a:t>
            </a:r>
            <a:r>
              <a:rPr sz="2400" kern="0" spc="2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tiếp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tục</a:t>
            </a:r>
            <a:r>
              <a:rPr sz="2400" kern="0" spc="1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quá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trình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ký.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81601" y="1980693"/>
            <a:ext cx="4297045" cy="4591685"/>
            <a:chOff x="3657600" y="1980692"/>
            <a:chExt cx="4297045" cy="45916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600" y="1980692"/>
              <a:ext cx="4297045" cy="459155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24400" y="5848350"/>
              <a:ext cx="942975" cy="381000"/>
            </a:xfrm>
            <a:custGeom>
              <a:avLst/>
              <a:gdLst/>
              <a:ahLst/>
              <a:cxnLst/>
              <a:rect l="l" t="t" r="r" b="b"/>
              <a:pathLst>
                <a:path w="942975" h="381000">
                  <a:moveTo>
                    <a:pt x="0" y="190500"/>
                  </a:moveTo>
                  <a:lnTo>
                    <a:pt x="16831" y="139858"/>
                  </a:lnTo>
                  <a:lnTo>
                    <a:pt x="64332" y="94352"/>
                  </a:lnTo>
                  <a:lnTo>
                    <a:pt x="98182" y="74092"/>
                  </a:lnTo>
                  <a:lnTo>
                    <a:pt x="138017" y="55797"/>
                  </a:lnTo>
                  <a:lnTo>
                    <a:pt x="183275" y="39694"/>
                  </a:lnTo>
                  <a:lnTo>
                    <a:pt x="233397" y="26009"/>
                  </a:lnTo>
                  <a:lnTo>
                    <a:pt x="287821" y="14970"/>
                  </a:lnTo>
                  <a:lnTo>
                    <a:pt x="345986" y="6805"/>
                  </a:lnTo>
                  <a:lnTo>
                    <a:pt x="407332" y="1739"/>
                  </a:lnTo>
                  <a:lnTo>
                    <a:pt x="471297" y="0"/>
                  </a:lnTo>
                  <a:lnTo>
                    <a:pt x="535235" y="1739"/>
                  </a:lnTo>
                  <a:lnTo>
                    <a:pt x="596563" y="6805"/>
                  </a:lnTo>
                  <a:lnTo>
                    <a:pt x="654718" y="14970"/>
                  </a:lnTo>
                  <a:lnTo>
                    <a:pt x="709139" y="26009"/>
                  </a:lnTo>
                  <a:lnTo>
                    <a:pt x="759263" y="39694"/>
                  </a:lnTo>
                  <a:lnTo>
                    <a:pt x="804529" y="55797"/>
                  </a:lnTo>
                  <a:lnTo>
                    <a:pt x="844372" y="74092"/>
                  </a:lnTo>
                  <a:lnTo>
                    <a:pt x="878233" y="94352"/>
                  </a:lnTo>
                  <a:lnTo>
                    <a:pt x="925754" y="139858"/>
                  </a:lnTo>
                  <a:lnTo>
                    <a:pt x="942594" y="190500"/>
                  </a:lnTo>
                  <a:lnTo>
                    <a:pt x="938290" y="216348"/>
                  </a:lnTo>
                  <a:lnTo>
                    <a:pt x="905547" y="264649"/>
                  </a:lnTo>
                  <a:lnTo>
                    <a:pt x="844372" y="306907"/>
                  </a:lnTo>
                  <a:lnTo>
                    <a:pt x="804529" y="325202"/>
                  </a:lnTo>
                  <a:lnTo>
                    <a:pt x="759263" y="341305"/>
                  </a:lnTo>
                  <a:lnTo>
                    <a:pt x="709139" y="354990"/>
                  </a:lnTo>
                  <a:lnTo>
                    <a:pt x="654718" y="366029"/>
                  </a:lnTo>
                  <a:lnTo>
                    <a:pt x="596563" y="374194"/>
                  </a:lnTo>
                  <a:lnTo>
                    <a:pt x="535235" y="379260"/>
                  </a:lnTo>
                  <a:lnTo>
                    <a:pt x="471297" y="381000"/>
                  </a:lnTo>
                  <a:lnTo>
                    <a:pt x="407332" y="379260"/>
                  </a:lnTo>
                  <a:lnTo>
                    <a:pt x="345986" y="374194"/>
                  </a:lnTo>
                  <a:lnTo>
                    <a:pt x="287821" y="366029"/>
                  </a:lnTo>
                  <a:lnTo>
                    <a:pt x="233397" y="354990"/>
                  </a:lnTo>
                  <a:lnTo>
                    <a:pt x="183275" y="341305"/>
                  </a:lnTo>
                  <a:lnTo>
                    <a:pt x="138017" y="325202"/>
                  </a:lnTo>
                  <a:lnTo>
                    <a:pt x="98182" y="306907"/>
                  </a:lnTo>
                  <a:lnTo>
                    <a:pt x="64332" y="286647"/>
                  </a:lnTo>
                  <a:lnTo>
                    <a:pt x="16831" y="241141"/>
                  </a:lnTo>
                  <a:lnTo>
                    <a:pt x="0" y="190500"/>
                  </a:lnTo>
                  <a:close/>
                </a:path>
              </a:pathLst>
            </a:custGeom>
            <a:ln w="28575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3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>
                <a:solidFill>
                  <a:srgbClr val="9B2C1F"/>
                </a:solidFill>
              </a:rPr>
              <a:t>1.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ĐĂNG</a:t>
            </a:r>
            <a:r>
              <a:rPr spc="7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KÝ</a:t>
            </a:r>
            <a:r>
              <a:rPr spc="-45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WEB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HOSTING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MIỄN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spc="-25" dirty="0">
                <a:solidFill>
                  <a:srgbClr val="9B2C1F"/>
                </a:solidFill>
              </a:rPr>
              <a:t>PHÍ</a:t>
            </a:r>
            <a:r>
              <a:rPr dirty="0">
                <a:solidFill>
                  <a:srgbClr val="9B2C1F"/>
                </a:solid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7559" y="1071829"/>
            <a:ext cx="679323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Bước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4: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Xác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nhận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đồng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ý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điều khoản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qui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định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0050" y="1600200"/>
            <a:ext cx="6508750" cy="4343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05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>
                <a:solidFill>
                  <a:srgbClr val="9B2C1F"/>
                </a:solidFill>
              </a:rPr>
              <a:t>1.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ĐĂNG</a:t>
            </a:r>
            <a:r>
              <a:rPr spc="7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KÝ</a:t>
            </a:r>
            <a:r>
              <a:rPr spc="-45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WEB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HOSTING</a:t>
            </a:r>
            <a:r>
              <a:rPr spc="-60" dirty="0">
                <a:solidFill>
                  <a:srgbClr val="9B2C1F"/>
                </a:solidFill>
              </a:rPr>
              <a:t> </a:t>
            </a:r>
            <a:r>
              <a:rPr dirty="0">
                <a:solidFill>
                  <a:srgbClr val="9B2C1F"/>
                </a:solidFill>
              </a:rPr>
              <a:t>MIỄN</a:t>
            </a:r>
            <a:r>
              <a:rPr spc="-80" dirty="0">
                <a:solidFill>
                  <a:srgbClr val="9B2C1F"/>
                </a:solidFill>
              </a:rPr>
              <a:t> </a:t>
            </a:r>
            <a:r>
              <a:rPr spc="-25" dirty="0">
                <a:solidFill>
                  <a:srgbClr val="9B2C1F"/>
                </a:solidFill>
              </a:rPr>
              <a:t>PHÍ</a:t>
            </a:r>
            <a:r>
              <a:rPr dirty="0">
                <a:solidFill>
                  <a:srgbClr val="9B2C1F"/>
                </a:solid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7560" y="1071829"/>
            <a:ext cx="8110855" cy="759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spcBef>
                <a:spcPts val="115"/>
              </a:spcBef>
              <a:tabLst>
                <a:tab pos="943610" algn="l"/>
                <a:tab pos="1363980" algn="l"/>
                <a:tab pos="2259965" algn="l"/>
                <a:tab pos="2853055" algn="l"/>
                <a:tab pos="4517390" algn="l"/>
                <a:tab pos="5174615" algn="l"/>
                <a:tab pos="5750560" algn="l"/>
                <a:tab pos="6308090" algn="l"/>
                <a:tab pos="6978650" algn="l"/>
              </a:tabLst>
            </a:pPr>
            <a:r>
              <a:rPr sz="2400" kern="0" spc="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Bước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5: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tên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subdomain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địa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chỉ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website.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Nhấp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nút [Create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Website]</a:t>
            </a:r>
            <a:r>
              <a:rPr sz="2400" kern="0" spc="-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hoàn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tất.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4351" y="1878203"/>
            <a:ext cx="5634990" cy="45606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198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63500" y="69850"/>
              <a:ext cx="9013825" cy="6692900"/>
            </a:xfrm>
            <a:custGeom>
              <a:avLst/>
              <a:gdLst/>
              <a:ahLst/>
              <a:cxnLst/>
              <a:rect l="l" t="t" r="r" b="b"/>
              <a:pathLst>
                <a:path w="9013825" h="6692900">
                  <a:moveTo>
                    <a:pt x="0" y="329946"/>
                  </a:moveTo>
                  <a:lnTo>
                    <a:pt x="3576" y="281184"/>
                  </a:lnTo>
                  <a:lnTo>
                    <a:pt x="13967" y="234645"/>
                  </a:lnTo>
                  <a:lnTo>
                    <a:pt x="30661" y="190840"/>
                  </a:lnTo>
                  <a:lnTo>
                    <a:pt x="53148" y="150277"/>
                  </a:lnTo>
                  <a:lnTo>
                    <a:pt x="80918" y="113468"/>
                  </a:lnTo>
                  <a:lnTo>
                    <a:pt x="113460" y="80923"/>
                  </a:lnTo>
                  <a:lnTo>
                    <a:pt x="150264" y="53151"/>
                  </a:lnTo>
                  <a:lnTo>
                    <a:pt x="190820" y="30662"/>
                  </a:lnTo>
                  <a:lnTo>
                    <a:pt x="234617" y="13967"/>
                  </a:lnTo>
                  <a:lnTo>
                    <a:pt x="281146" y="3576"/>
                  </a:lnTo>
                  <a:lnTo>
                    <a:pt x="329895" y="0"/>
                  </a:lnTo>
                  <a:lnTo>
                    <a:pt x="8683879" y="0"/>
                  </a:lnTo>
                  <a:lnTo>
                    <a:pt x="8732640" y="3576"/>
                  </a:lnTo>
                  <a:lnTo>
                    <a:pt x="8779179" y="13967"/>
                  </a:lnTo>
                  <a:lnTo>
                    <a:pt x="8822984" y="30662"/>
                  </a:lnTo>
                  <a:lnTo>
                    <a:pt x="8863547" y="53151"/>
                  </a:lnTo>
                  <a:lnTo>
                    <a:pt x="8900356" y="80923"/>
                  </a:lnTo>
                  <a:lnTo>
                    <a:pt x="8932901" y="113468"/>
                  </a:lnTo>
                  <a:lnTo>
                    <a:pt x="8960673" y="150277"/>
                  </a:lnTo>
                  <a:lnTo>
                    <a:pt x="8983162" y="190840"/>
                  </a:lnTo>
                  <a:lnTo>
                    <a:pt x="8999857" y="234645"/>
                  </a:lnTo>
                  <a:lnTo>
                    <a:pt x="9010248" y="281184"/>
                  </a:lnTo>
                  <a:lnTo>
                    <a:pt x="9013825" y="329946"/>
                  </a:lnTo>
                  <a:lnTo>
                    <a:pt x="9013825" y="6363004"/>
                  </a:lnTo>
                  <a:lnTo>
                    <a:pt x="9010248" y="6411753"/>
                  </a:lnTo>
                  <a:lnTo>
                    <a:pt x="8999857" y="6458282"/>
                  </a:lnTo>
                  <a:lnTo>
                    <a:pt x="8983162" y="6502079"/>
                  </a:lnTo>
                  <a:lnTo>
                    <a:pt x="8960673" y="6542635"/>
                  </a:lnTo>
                  <a:lnTo>
                    <a:pt x="8932901" y="6579439"/>
                  </a:lnTo>
                  <a:lnTo>
                    <a:pt x="8900356" y="6611981"/>
                  </a:lnTo>
                  <a:lnTo>
                    <a:pt x="8863547" y="6639751"/>
                  </a:lnTo>
                  <a:lnTo>
                    <a:pt x="8822984" y="6662238"/>
                  </a:lnTo>
                  <a:lnTo>
                    <a:pt x="8779179" y="6678932"/>
                  </a:lnTo>
                  <a:lnTo>
                    <a:pt x="8732640" y="6689323"/>
                  </a:lnTo>
                  <a:lnTo>
                    <a:pt x="8683879" y="6692900"/>
                  </a:lnTo>
                  <a:lnTo>
                    <a:pt x="329895" y="6692900"/>
                  </a:lnTo>
                  <a:lnTo>
                    <a:pt x="281146" y="6689323"/>
                  </a:lnTo>
                  <a:lnTo>
                    <a:pt x="234617" y="6678932"/>
                  </a:lnTo>
                  <a:lnTo>
                    <a:pt x="190820" y="6662238"/>
                  </a:lnTo>
                  <a:lnTo>
                    <a:pt x="150264" y="6639751"/>
                  </a:lnTo>
                  <a:lnTo>
                    <a:pt x="113460" y="6611981"/>
                  </a:lnTo>
                  <a:lnTo>
                    <a:pt x="80918" y="6579439"/>
                  </a:lnTo>
                  <a:lnTo>
                    <a:pt x="53148" y="6542635"/>
                  </a:lnTo>
                  <a:lnTo>
                    <a:pt x="30661" y="6502079"/>
                  </a:lnTo>
                  <a:lnTo>
                    <a:pt x="13967" y="6458282"/>
                  </a:lnTo>
                  <a:lnTo>
                    <a:pt x="3576" y="6411753"/>
                  </a:lnTo>
                  <a:lnTo>
                    <a:pt x="0" y="6363004"/>
                  </a:lnTo>
                  <a:lnTo>
                    <a:pt x="0" y="3299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46050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195" y="886967"/>
              <a:ext cx="8293608" cy="1051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9144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spcBef>
                <a:spcPts val="105"/>
              </a:spcBef>
            </a:pPr>
            <a:r>
              <a:rPr u="none" dirty="0"/>
              <a:t>2</a:t>
            </a:r>
            <a:r>
              <a:rPr u="none" spc="-55" dirty="0"/>
              <a:t> </a:t>
            </a:r>
            <a:r>
              <a:rPr u="none" dirty="0"/>
              <a:t>QUẢN</a:t>
            </a:r>
            <a:r>
              <a:rPr u="none" spc="50" dirty="0"/>
              <a:t> </a:t>
            </a:r>
            <a:r>
              <a:rPr u="none" dirty="0"/>
              <a:t>LÝ</a:t>
            </a:r>
            <a:r>
              <a:rPr u="none" spc="-100" dirty="0"/>
              <a:t> </a:t>
            </a:r>
            <a:r>
              <a:rPr u="none" dirty="0"/>
              <a:t>HOSTING</a:t>
            </a:r>
            <a:r>
              <a:rPr u="none" spc="-65" dirty="0"/>
              <a:t> </a:t>
            </a:r>
            <a:r>
              <a:rPr u="none" spc="-10" dirty="0"/>
              <a:t>SERVER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9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7465" y="1024008"/>
            <a:ext cx="3848735" cy="222250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spcBef>
                <a:spcPts val="15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Quản lý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online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4965" indent="-342265"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Quản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lý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FTP</a:t>
            </a:r>
            <a:r>
              <a:rPr sz="2400" kern="0" spc="-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client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4965" indent="-342265">
              <a:spcBef>
                <a:spcPts val="1445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lý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4965" indent="-342265"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Quản lý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domain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881111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63500" y="69850"/>
              <a:ext cx="9013825" cy="6692900"/>
            </a:xfrm>
            <a:custGeom>
              <a:avLst/>
              <a:gdLst/>
              <a:ahLst/>
              <a:cxnLst/>
              <a:rect l="l" t="t" r="r" b="b"/>
              <a:pathLst>
                <a:path w="9013825" h="6692900">
                  <a:moveTo>
                    <a:pt x="0" y="329946"/>
                  </a:moveTo>
                  <a:lnTo>
                    <a:pt x="3576" y="281184"/>
                  </a:lnTo>
                  <a:lnTo>
                    <a:pt x="13967" y="234645"/>
                  </a:lnTo>
                  <a:lnTo>
                    <a:pt x="30661" y="190840"/>
                  </a:lnTo>
                  <a:lnTo>
                    <a:pt x="53148" y="150277"/>
                  </a:lnTo>
                  <a:lnTo>
                    <a:pt x="80918" y="113468"/>
                  </a:lnTo>
                  <a:lnTo>
                    <a:pt x="113460" y="80923"/>
                  </a:lnTo>
                  <a:lnTo>
                    <a:pt x="150264" y="53151"/>
                  </a:lnTo>
                  <a:lnTo>
                    <a:pt x="190820" y="30662"/>
                  </a:lnTo>
                  <a:lnTo>
                    <a:pt x="234617" y="13967"/>
                  </a:lnTo>
                  <a:lnTo>
                    <a:pt x="281146" y="3576"/>
                  </a:lnTo>
                  <a:lnTo>
                    <a:pt x="329895" y="0"/>
                  </a:lnTo>
                  <a:lnTo>
                    <a:pt x="8683879" y="0"/>
                  </a:lnTo>
                  <a:lnTo>
                    <a:pt x="8732640" y="3576"/>
                  </a:lnTo>
                  <a:lnTo>
                    <a:pt x="8779179" y="13967"/>
                  </a:lnTo>
                  <a:lnTo>
                    <a:pt x="8822984" y="30662"/>
                  </a:lnTo>
                  <a:lnTo>
                    <a:pt x="8863547" y="53151"/>
                  </a:lnTo>
                  <a:lnTo>
                    <a:pt x="8900356" y="80923"/>
                  </a:lnTo>
                  <a:lnTo>
                    <a:pt x="8932901" y="113468"/>
                  </a:lnTo>
                  <a:lnTo>
                    <a:pt x="8960673" y="150277"/>
                  </a:lnTo>
                  <a:lnTo>
                    <a:pt x="8983162" y="190840"/>
                  </a:lnTo>
                  <a:lnTo>
                    <a:pt x="8999857" y="234645"/>
                  </a:lnTo>
                  <a:lnTo>
                    <a:pt x="9010248" y="281184"/>
                  </a:lnTo>
                  <a:lnTo>
                    <a:pt x="9013825" y="329946"/>
                  </a:lnTo>
                  <a:lnTo>
                    <a:pt x="9013825" y="6363004"/>
                  </a:lnTo>
                  <a:lnTo>
                    <a:pt x="9010248" y="6411753"/>
                  </a:lnTo>
                  <a:lnTo>
                    <a:pt x="8999857" y="6458282"/>
                  </a:lnTo>
                  <a:lnTo>
                    <a:pt x="8983162" y="6502079"/>
                  </a:lnTo>
                  <a:lnTo>
                    <a:pt x="8960673" y="6542635"/>
                  </a:lnTo>
                  <a:lnTo>
                    <a:pt x="8932901" y="6579439"/>
                  </a:lnTo>
                  <a:lnTo>
                    <a:pt x="8900356" y="6611981"/>
                  </a:lnTo>
                  <a:lnTo>
                    <a:pt x="8863547" y="6639751"/>
                  </a:lnTo>
                  <a:lnTo>
                    <a:pt x="8822984" y="6662238"/>
                  </a:lnTo>
                  <a:lnTo>
                    <a:pt x="8779179" y="6678932"/>
                  </a:lnTo>
                  <a:lnTo>
                    <a:pt x="8732640" y="6689323"/>
                  </a:lnTo>
                  <a:lnTo>
                    <a:pt x="8683879" y="6692900"/>
                  </a:lnTo>
                  <a:lnTo>
                    <a:pt x="329895" y="6692900"/>
                  </a:lnTo>
                  <a:lnTo>
                    <a:pt x="281146" y="6689323"/>
                  </a:lnTo>
                  <a:lnTo>
                    <a:pt x="234617" y="6678932"/>
                  </a:lnTo>
                  <a:lnTo>
                    <a:pt x="190820" y="6662238"/>
                  </a:lnTo>
                  <a:lnTo>
                    <a:pt x="150264" y="6639751"/>
                  </a:lnTo>
                  <a:lnTo>
                    <a:pt x="113460" y="6611981"/>
                  </a:lnTo>
                  <a:lnTo>
                    <a:pt x="80918" y="6579439"/>
                  </a:lnTo>
                  <a:lnTo>
                    <a:pt x="53148" y="6542635"/>
                  </a:lnTo>
                  <a:lnTo>
                    <a:pt x="30661" y="6502079"/>
                  </a:lnTo>
                  <a:lnTo>
                    <a:pt x="13967" y="6458282"/>
                  </a:lnTo>
                  <a:lnTo>
                    <a:pt x="3576" y="6411753"/>
                  </a:lnTo>
                  <a:lnTo>
                    <a:pt x="0" y="6363004"/>
                  </a:lnTo>
                  <a:lnTo>
                    <a:pt x="0" y="3299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604" y="3503295"/>
              <a:ext cx="4232455" cy="306895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6050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195" y="886967"/>
              <a:ext cx="8293608" cy="1051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2.1</a:t>
            </a:r>
            <a:r>
              <a:rPr spc="-110" dirty="0"/>
              <a:t> </a:t>
            </a:r>
            <a:r>
              <a:rPr dirty="0"/>
              <a:t>ĐĂNG</a:t>
            </a:r>
            <a:r>
              <a:rPr spc="15" dirty="0"/>
              <a:t> </a:t>
            </a:r>
            <a:r>
              <a:rPr dirty="0"/>
              <a:t>NHẬP</a:t>
            </a:r>
            <a:r>
              <a:rPr spc="-55" dirty="0"/>
              <a:t> </a:t>
            </a:r>
            <a:r>
              <a:rPr dirty="0"/>
              <a:t>CONTROL</a:t>
            </a:r>
            <a:r>
              <a:rPr spc="-135" dirty="0"/>
              <a:t> </a:t>
            </a:r>
            <a:r>
              <a:rPr spc="-10" dirty="0"/>
              <a:t>PANEL</a:t>
            </a:r>
            <a:r>
              <a:rPr dirty="0"/>
              <a:t>	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50796" y="1110183"/>
            <a:ext cx="8162925" cy="759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marR="5080" indent="-342900">
              <a:spcBef>
                <a:spcPts val="115"/>
              </a:spcBef>
              <a:buFont typeface="Wingdings"/>
              <a:buChar char=""/>
              <a:tabLst>
                <a:tab pos="355600" algn="l"/>
                <a:tab pos="1031875" algn="l"/>
                <a:tab pos="1855470" algn="l"/>
                <a:tab pos="3566160" algn="l"/>
                <a:tab pos="4018915" algn="l"/>
                <a:tab pos="4641215" algn="l"/>
                <a:tab pos="5245100" algn="l"/>
                <a:tab pos="5784850" algn="l"/>
                <a:tab pos="6896734" algn="l"/>
                <a:tab pos="7811134" algn="l"/>
              </a:tabLst>
            </a:pP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trang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somee.com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liên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Control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Panel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 trang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41676" y="1916558"/>
            <a:ext cx="7645400" cy="2411095"/>
            <a:chOff x="1117676" y="1916557"/>
            <a:chExt cx="7645400" cy="241109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7676" y="1916557"/>
              <a:ext cx="4415028" cy="15819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4149" y="2895600"/>
              <a:ext cx="3498850" cy="1431925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10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030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2.2</a:t>
            </a:r>
            <a:r>
              <a:rPr spc="-60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dirty="0"/>
              <a:t>TÀI</a:t>
            </a:r>
            <a:r>
              <a:rPr spc="-25" dirty="0"/>
              <a:t> </a:t>
            </a:r>
            <a:r>
              <a:rPr spc="-10" dirty="0"/>
              <a:t>KHOẢN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0795" y="1031857"/>
            <a:ext cx="8293734" cy="12839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774065" lvl="2" indent="-761365">
              <a:spcBef>
                <a:spcPts val="730"/>
              </a:spcBef>
              <a:buFontTx/>
              <a:buAutoNum type="arabicPeriod"/>
              <a:tabLst>
                <a:tab pos="774065" algn="l"/>
              </a:tabLst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Quản</a:t>
            </a:r>
            <a:r>
              <a:rPr sz="2400" b="1" kern="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lý</a:t>
            </a:r>
            <a:r>
              <a:rPr sz="24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thông</a:t>
            </a:r>
            <a:r>
              <a:rPr sz="2400" b="1" kern="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tin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cá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nhân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10540" lvl="3" indent="-342900">
              <a:spcBef>
                <a:spcPts val="630"/>
              </a:spcBef>
              <a:buFont typeface="Wingdings"/>
              <a:buChar char=""/>
              <a:tabLst>
                <a:tab pos="510540" algn="l"/>
                <a:tab pos="4633595" algn="l"/>
                <a:tab pos="704024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Nhấp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liên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-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Account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xem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về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tài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khoản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10540" lvl="3" indent="-342900">
              <a:spcBef>
                <a:spcPts val="5"/>
              </a:spcBef>
              <a:buFont typeface="Wingdings"/>
              <a:buChar char=""/>
              <a:tabLst>
                <a:tab pos="51054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Nhấp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nút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[Edit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personal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data]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cập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nhật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hồ 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sơ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2413890"/>
            <a:ext cx="5486400" cy="37964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11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892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2.2</a:t>
            </a:r>
            <a:r>
              <a:rPr spc="-60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dirty="0"/>
              <a:t>TÀI</a:t>
            </a:r>
            <a:r>
              <a:rPr spc="-25" dirty="0"/>
              <a:t> </a:t>
            </a:r>
            <a:r>
              <a:rPr spc="-10" dirty="0"/>
              <a:t>KHOẢN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0796" y="1031858"/>
            <a:ext cx="5800725" cy="91757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spcBef>
                <a:spcPts val="730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2.2.2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Đổi</a:t>
            </a:r>
            <a:r>
              <a:rPr sz="2400" b="1" kern="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mật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khẩu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10540" indent="-342900">
              <a:spcBef>
                <a:spcPts val="630"/>
              </a:spcBef>
              <a:buFont typeface="Wingdings"/>
              <a:buChar char=""/>
              <a:tabLst>
                <a:tab pos="51054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liên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-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Account/Password</a:t>
            </a:r>
            <a:r>
              <a:rPr sz="2400" kern="0" spc="-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change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6327" y="2145003"/>
            <a:ext cx="6519672" cy="31127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12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293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63500" y="69850"/>
              <a:ext cx="9013825" cy="6692900"/>
            </a:xfrm>
            <a:custGeom>
              <a:avLst/>
              <a:gdLst/>
              <a:ahLst/>
              <a:cxnLst/>
              <a:rect l="l" t="t" r="r" b="b"/>
              <a:pathLst>
                <a:path w="9013825" h="6692900">
                  <a:moveTo>
                    <a:pt x="0" y="329946"/>
                  </a:moveTo>
                  <a:lnTo>
                    <a:pt x="3576" y="281184"/>
                  </a:lnTo>
                  <a:lnTo>
                    <a:pt x="13967" y="234645"/>
                  </a:lnTo>
                  <a:lnTo>
                    <a:pt x="30661" y="190840"/>
                  </a:lnTo>
                  <a:lnTo>
                    <a:pt x="53148" y="150277"/>
                  </a:lnTo>
                  <a:lnTo>
                    <a:pt x="80918" y="113468"/>
                  </a:lnTo>
                  <a:lnTo>
                    <a:pt x="113460" y="80923"/>
                  </a:lnTo>
                  <a:lnTo>
                    <a:pt x="150264" y="53151"/>
                  </a:lnTo>
                  <a:lnTo>
                    <a:pt x="190820" y="30662"/>
                  </a:lnTo>
                  <a:lnTo>
                    <a:pt x="234617" y="13967"/>
                  </a:lnTo>
                  <a:lnTo>
                    <a:pt x="281146" y="3576"/>
                  </a:lnTo>
                  <a:lnTo>
                    <a:pt x="329895" y="0"/>
                  </a:lnTo>
                  <a:lnTo>
                    <a:pt x="8683879" y="0"/>
                  </a:lnTo>
                  <a:lnTo>
                    <a:pt x="8732640" y="3576"/>
                  </a:lnTo>
                  <a:lnTo>
                    <a:pt x="8779179" y="13967"/>
                  </a:lnTo>
                  <a:lnTo>
                    <a:pt x="8822984" y="30662"/>
                  </a:lnTo>
                  <a:lnTo>
                    <a:pt x="8863547" y="53151"/>
                  </a:lnTo>
                  <a:lnTo>
                    <a:pt x="8900356" y="80923"/>
                  </a:lnTo>
                  <a:lnTo>
                    <a:pt x="8932901" y="113468"/>
                  </a:lnTo>
                  <a:lnTo>
                    <a:pt x="8960673" y="150277"/>
                  </a:lnTo>
                  <a:lnTo>
                    <a:pt x="8983162" y="190840"/>
                  </a:lnTo>
                  <a:lnTo>
                    <a:pt x="8999857" y="234645"/>
                  </a:lnTo>
                  <a:lnTo>
                    <a:pt x="9010248" y="281184"/>
                  </a:lnTo>
                  <a:lnTo>
                    <a:pt x="9013825" y="329946"/>
                  </a:lnTo>
                  <a:lnTo>
                    <a:pt x="9013825" y="6363004"/>
                  </a:lnTo>
                  <a:lnTo>
                    <a:pt x="9010248" y="6411753"/>
                  </a:lnTo>
                  <a:lnTo>
                    <a:pt x="8999857" y="6458282"/>
                  </a:lnTo>
                  <a:lnTo>
                    <a:pt x="8983162" y="6502079"/>
                  </a:lnTo>
                  <a:lnTo>
                    <a:pt x="8960673" y="6542635"/>
                  </a:lnTo>
                  <a:lnTo>
                    <a:pt x="8932901" y="6579439"/>
                  </a:lnTo>
                  <a:lnTo>
                    <a:pt x="8900356" y="6611981"/>
                  </a:lnTo>
                  <a:lnTo>
                    <a:pt x="8863547" y="6639751"/>
                  </a:lnTo>
                  <a:lnTo>
                    <a:pt x="8822984" y="6662238"/>
                  </a:lnTo>
                  <a:lnTo>
                    <a:pt x="8779179" y="6678932"/>
                  </a:lnTo>
                  <a:lnTo>
                    <a:pt x="8732640" y="6689323"/>
                  </a:lnTo>
                  <a:lnTo>
                    <a:pt x="8683879" y="6692900"/>
                  </a:lnTo>
                  <a:lnTo>
                    <a:pt x="329895" y="6692900"/>
                  </a:lnTo>
                  <a:lnTo>
                    <a:pt x="281146" y="6689323"/>
                  </a:lnTo>
                  <a:lnTo>
                    <a:pt x="234617" y="6678932"/>
                  </a:lnTo>
                  <a:lnTo>
                    <a:pt x="190820" y="6662238"/>
                  </a:lnTo>
                  <a:lnTo>
                    <a:pt x="150264" y="6639751"/>
                  </a:lnTo>
                  <a:lnTo>
                    <a:pt x="113460" y="6611981"/>
                  </a:lnTo>
                  <a:lnTo>
                    <a:pt x="80918" y="6579439"/>
                  </a:lnTo>
                  <a:lnTo>
                    <a:pt x="53148" y="6542635"/>
                  </a:lnTo>
                  <a:lnTo>
                    <a:pt x="30661" y="6502079"/>
                  </a:lnTo>
                  <a:lnTo>
                    <a:pt x="13967" y="6458282"/>
                  </a:lnTo>
                  <a:lnTo>
                    <a:pt x="3576" y="6411753"/>
                  </a:lnTo>
                  <a:lnTo>
                    <a:pt x="0" y="6363004"/>
                  </a:lnTo>
                  <a:lnTo>
                    <a:pt x="0" y="3299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46050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779828" y="6319215"/>
            <a:ext cx="23685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kern="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13</a:t>
            </a:r>
            <a:endParaRPr sz="1400" kern="0">
              <a:solidFill>
                <a:sysClr val="windowText" lastClr="000000"/>
              </a:solidFill>
              <a:latin typeface="Franklin Gothic Medium"/>
              <a:cs typeface="Franklin Gothic Medium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49195" y="886967"/>
            <a:ext cx="8338184" cy="5876290"/>
            <a:chOff x="425195" y="886967"/>
            <a:chExt cx="8338184" cy="58762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195" y="886967"/>
              <a:ext cx="8293608" cy="1051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2.3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20" dirty="0"/>
              <a:t>FILE</a:t>
            </a:r>
            <a:r>
              <a:rPr dirty="0"/>
              <a:t>	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50796" y="1031857"/>
            <a:ext cx="8321675" cy="491363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774065" lvl="2" indent="-761365">
              <a:spcBef>
                <a:spcPts val="730"/>
              </a:spcBef>
              <a:buFontTx/>
              <a:buAutoNum type="arabicPeriod"/>
              <a:tabLst>
                <a:tab pos="774065" algn="l"/>
              </a:tabLst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Quản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lý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trực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tuyến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7640" marR="5080" algn="just">
              <a:spcBef>
                <a:spcPts val="630"/>
              </a:spcBef>
            </a:pP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5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bố</a:t>
            </a:r>
            <a:r>
              <a:rPr sz="2400" kern="0" spc="5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trí</a:t>
            </a:r>
            <a:r>
              <a:rPr sz="2400" kern="0" spc="5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bởi</a:t>
            </a:r>
            <a:r>
              <a:rPr sz="2400" kern="0" spc="4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</a:t>
            </a:r>
            <a:r>
              <a:rPr sz="2400" kern="0" spc="5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vài</a:t>
            </a:r>
            <a:r>
              <a:rPr sz="2400" kern="0" spc="5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trang</a:t>
            </a:r>
            <a:r>
              <a:rPr sz="2400" kern="0" spc="5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</a:t>
            </a:r>
            <a:r>
              <a:rPr sz="2400" kern="0" spc="5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</a:t>
            </a:r>
            <a:r>
              <a:rPr sz="2400" kern="0" spc="5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quản</a:t>
            </a:r>
            <a:r>
              <a:rPr sz="2400" kern="0" spc="4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trị.</a:t>
            </a:r>
            <a:r>
              <a:rPr sz="2400" kern="0" spc="5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quản</a:t>
            </a:r>
            <a:r>
              <a:rPr sz="2400" kern="0" spc="3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lý</a:t>
            </a:r>
            <a:r>
              <a:rPr sz="2400" kern="0" spc="3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3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3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thư</a:t>
            </a:r>
            <a:r>
              <a:rPr sz="2400" kern="0" spc="3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mục</a:t>
            </a:r>
            <a:r>
              <a:rPr sz="2400" kern="0" spc="3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3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website.</a:t>
            </a:r>
            <a:r>
              <a:rPr sz="2400" kern="0" spc="3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3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chức</a:t>
            </a:r>
            <a:r>
              <a:rPr sz="2400" kern="0" spc="3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năng</a:t>
            </a:r>
            <a:r>
              <a:rPr sz="2400" kern="0" spc="3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cơ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bản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như: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95680" lvl="3" indent="-287655" algn="just">
              <a:spcBef>
                <a:spcPts val="1210"/>
              </a:spcBef>
              <a:buFont typeface="Wingdings"/>
              <a:buChar char=""/>
              <a:tabLst>
                <a:tab pos="99568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spc="-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95680" lvl="3" indent="-287655" algn="just">
              <a:spcBef>
                <a:spcPts val="1445"/>
              </a:spcBef>
              <a:buFont typeface="Wingdings"/>
              <a:buChar char=""/>
              <a:tabLst>
                <a:tab pos="99568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Download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95680" lvl="3" indent="-287655" algn="just">
              <a:spcBef>
                <a:spcPts val="1440"/>
              </a:spcBef>
              <a:buFont typeface="Wingdings"/>
              <a:buChar char=""/>
              <a:tabLst>
                <a:tab pos="99568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Tạo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mới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95680" lvl="3" indent="-287655" algn="just">
              <a:spcBef>
                <a:spcPts val="1445"/>
              </a:spcBef>
              <a:buFont typeface="Wingdings"/>
              <a:buChar char=""/>
              <a:tabLst>
                <a:tab pos="99568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Xóa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bớt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95680" lvl="3" indent="-287655" algn="just">
              <a:spcBef>
                <a:spcPts val="1445"/>
              </a:spcBef>
              <a:buFont typeface="Wingdings"/>
              <a:buChar char=""/>
              <a:tabLst>
                <a:tab pos="99568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Sao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chép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95680" lvl="3" indent="-287655" algn="just">
              <a:spcBef>
                <a:spcPts val="1440"/>
              </a:spcBef>
              <a:buFont typeface="Wingdings"/>
              <a:buChar char=""/>
              <a:tabLst>
                <a:tab pos="99568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Di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chuyển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6349" y="6100978"/>
            <a:ext cx="311785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00355" indent="-287655">
              <a:spcBef>
                <a:spcPts val="115"/>
              </a:spcBef>
              <a:buFont typeface="Wingdings"/>
              <a:buChar char=""/>
              <a:tabLst>
                <a:tab pos="300355" algn="l"/>
              </a:tabLst>
            </a:pP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Sửa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đổi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nội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dung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0" y="2706242"/>
            <a:ext cx="5334000" cy="2856356"/>
          </a:xfrm>
          <a:prstGeom prst="rect">
            <a:avLst/>
          </a:prstGeom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3020">
              <a:lnSpc>
                <a:spcPts val="1664"/>
              </a:lnSpc>
            </a:pPr>
            <a:fld id="{81D60167-4931-47E6-BA6A-407CBD079E47}" type="slidenum">
              <a:rPr lang="en-US" spc="-25">
                <a:solidFill>
                  <a:prstClr val="white"/>
                </a:solidFill>
              </a:rPr>
              <a:pPr marL="33020">
                <a:lnSpc>
                  <a:spcPts val="1664"/>
                </a:lnSpc>
              </a:pPr>
              <a:t>13</a:t>
            </a:fld>
            <a:endParaRPr lang="en-US"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947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2.3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20" dirty="0"/>
              <a:t>FILE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0796" y="1031857"/>
            <a:ext cx="8209915" cy="12839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spcBef>
                <a:spcPts val="730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Upload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lên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Webserver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7640" marR="5080">
              <a:spcBef>
                <a:spcPts val="630"/>
              </a:spcBef>
              <a:tabLst>
                <a:tab pos="592455" algn="l"/>
                <a:tab pos="1081405" algn="l"/>
                <a:tab pos="249174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Chúng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ta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upload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nén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lên website.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</a:t>
            </a:r>
            <a:r>
              <a:rPr sz="2400" kern="0" spc="-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quản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trị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giải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nén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chúng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ta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thành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công.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5110" y="2384426"/>
            <a:ext cx="6816090" cy="38258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05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2.3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20" dirty="0"/>
              <a:t>FILE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0796" y="1031858"/>
            <a:ext cx="3750945" cy="91757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spcBef>
                <a:spcPts val="730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Upload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lên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Webserver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7640">
              <a:spcBef>
                <a:spcPts val="630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Giải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nén: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2524" y="1993011"/>
            <a:ext cx="6102477" cy="44458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783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2.3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20" dirty="0"/>
              <a:t>FILE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0796" y="1031858"/>
            <a:ext cx="3750945" cy="91757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spcBef>
                <a:spcPts val="730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Upload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lên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Webserver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7640">
              <a:spcBef>
                <a:spcPts val="630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Chạy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thử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4490" y="2014855"/>
            <a:ext cx="6544309" cy="41954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767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2.3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20" dirty="0"/>
              <a:t>FILE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17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0795" y="1031857"/>
            <a:ext cx="8323580" cy="51117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spcBef>
                <a:spcPts val="730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2.3.2.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Quản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lý</a:t>
            </a:r>
            <a:r>
              <a:rPr sz="24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sử</a:t>
            </a:r>
            <a:r>
              <a:rPr sz="24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FTP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client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11175" marR="8890" indent="-343535">
              <a:spcBef>
                <a:spcPts val="630"/>
              </a:spcBef>
              <a:buFont typeface="Wingdings"/>
              <a:buChar char=""/>
              <a:tabLst>
                <a:tab pos="511175" algn="l"/>
                <a:tab pos="1119505" algn="l"/>
                <a:tab pos="2066289" algn="l"/>
                <a:tab pos="2171700" algn="l"/>
                <a:tab pos="2596515" algn="l"/>
                <a:tab pos="3250565" algn="l"/>
                <a:tab pos="3287395" algn="l"/>
                <a:tab pos="3639820" algn="l"/>
                <a:tab pos="4605020" algn="l"/>
                <a:tab pos="5300345" algn="l"/>
                <a:tab pos="6351905" algn="l"/>
                <a:tab pos="6983095" algn="l"/>
                <a:tab pos="7797800" algn="l"/>
              </a:tabLst>
            </a:pP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lượng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lớn,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ta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không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http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(web)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vì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	dẫn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tới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timeout.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11175" marR="5080" indent="-343535">
              <a:spcBef>
                <a:spcPts val="5"/>
              </a:spcBef>
              <a:buFont typeface="Wingdings"/>
              <a:buChar char=""/>
              <a:tabLst>
                <a:tab pos="511175" algn="l"/>
                <a:tab pos="172783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Nên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dụng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FTP</a:t>
            </a:r>
            <a:r>
              <a:rPr sz="2400" kern="0" spc="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client.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rất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nhiều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chương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trình</a:t>
            </a:r>
            <a:r>
              <a:rPr sz="2400" kern="0" spc="135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lang="en-US" sz="2400" kern="0" spc="-25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FTP</a:t>
            </a:r>
            <a:r>
              <a:rPr sz="2400" kern="0" spc="-25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client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tốt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ví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dụ: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Total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Commander.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11175" marR="11430" indent="-343535">
              <a:spcBef>
                <a:spcPts val="5"/>
              </a:spcBef>
              <a:buFont typeface="Wingdings"/>
              <a:buChar char=""/>
              <a:tabLst>
                <a:tab pos="51117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Khai</a:t>
            </a:r>
            <a:r>
              <a:rPr sz="2400" kern="0" spc="2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báo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FTP</a:t>
            </a: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đó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nối</a:t>
            </a:r>
            <a:r>
              <a:rPr sz="2400" kern="0" spc="2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đến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thực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hiện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thao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tác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quản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lý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như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local.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>
              <a:spcBef>
                <a:spcPts val="50"/>
              </a:spcBef>
              <a:buFont typeface="Wingdings"/>
              <a:buChar char=""/>
            </a:pP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513205" lvl="1" indent="-287655">
              <a:buFont typeface="Wingdings"/>
              <a:buChar char=""/>
              <a:tabLst>
                <a:tab pos="151320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FTP</a:t>
            </a:r>
            <a:r>
              <a:rPr sz="2400" kern="0" spc="-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IP</a:t>
            </a:r>
            <a:r>
              <a:rPr sz="2400" kern="0" spc="-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(hoặc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name):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botay.somee.com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513205" lvl="1" indent="-287655">
              <a:spcBef>
                <a:spcPts val="1445"/>
              </a:spcBef>
              <a:buFont typeface="Wingdings"/>
              <a:buChar char=""/>
              <a:tabLst>
                <a:tab pos="151320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User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name: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&lt;như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đã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ký&gt;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513205" lvl="1" indent="-287655">
              <a:spcBef>
                <a:spcPts val="1440"/>
              </a:spcBef>
              <a:buFont typeface="Wingdings"/>
              <a:buChar char=""/>
              <a:tabLst>
                <a:tab pos="151320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Password: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&lt;như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đã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ký&gt;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513205" lvl="1" indent="-287655">
              <a:spcBef>
                <a:spcPts val="1445"/>
              </a:spcBef>
              <a:buFont typeface="Wingdings"/>
              <a:buChar char=""/>
              <a:tabLst>
                <a:tab pos="1513205" algn="l"/>
              </a:tabLst>
            </a:pP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Thư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mục</a:t>
            </a:r>
            <a:r>
              <a:rPr sz="2400" kern="0" spc="-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upload: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&lt;thư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mục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gốc&gt;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035925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2.3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20" dirty="0"/>
              <a:t>FILE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6446" y="2400301"/>
            <a:ext cx="6185154" cy="38377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50796" y="1016111"/>
            <a:ext cx="8086725" cy="13157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2.3.2.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Quản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lý</a:t>
            </a:r>
            <a:r>
              <a:rPr sz="24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sử</a:t>
            </a:r>
            <a:r>
              <a:rPr sz="24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FTP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client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7640" marR="5080">
              <a:spcBef>
                <a:spcPts val="755"/>
              </a:spcBef>
              <a:tabLst>
                <a:tab pos="517207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3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biết</a:t>
            </a:r>
            <a:r>
              <a:rPr sz="2400" kern="0" spc="3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3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những</a:t>
            </a:r>
            <a:r>
              <a:rPr sz="2400" kern="0" spc="3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3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</a:t>
            </a:r>
            <a:r>
              <a:rPr sz="2400" kern="0" spc="3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này,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Click</a:t>
            </a:r>
            <a:r>
              <a:rPr sz="2400" kern="0" spc="3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ào</a:t>
            </a:r>
            <a:r>
              <a:rPr sz="2400" kern="0" spc="2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liên</a:t>
            </a:r>
            <a:r>
              <a:rPr sz="2400" kern="0" spc="25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3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(tên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website)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779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2.3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20" dirty="0"/>
              <a:t>FILE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0795" y="1016111"/>
            <a:ext cx="8092440" cy="13157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2.3.2.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Quản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lý</a:t>
            </a:r>
            <a:r>
              <a:rPr sz="24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sử</a:t>
            </a:r>
            <a:r>
              <a:rPr sz="24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FTP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client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7640" marR="5080">
              <a:spcBef>
                <a:spcPts val="755"/>
              </a:spcBef>
              <a:tabLst>
                <a:tab pos="885825" algn="l"/>
                <a:tab pos="1713864" algn="l"/>
                <a:tab pos="2514600" algn="l"/>
                <a:tab pos="4344035" algn="l"/>
                <a:tab pos="4833620" algn="l"/>
                <a:tab pos="5396230" algn="l"/>
                <a:tab pos="6041390" algn="l"/>
                <a:tab pos="6855459" algn="l"/>
                <a:tab pos="7500620" algn="l"/>
              </a:tabLst>
            </a:pPr>
            <a:r>
              <a:rPr sz="2400" kern="0" spc="1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Total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Commander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nối: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Click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biểu 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tượng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FTP</a:t>
            </a:r>
            <a:r>
              <a:rPr sz="2400" kern="0" spc="-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khai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báo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FTP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4973" y="2514600"/>
            <a:ext cx="5661279" cy="33147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419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2.3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20" dirty="0"/>
              <a:t>FILE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0796" y="1110183"/>
            <a:ext cx="535114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2.3.2.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Quản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lý</a:t>
            </a:r>
            <a:r>
              <a:rPr sz="24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sử</a:t>
            </a:r>
            <a:r>
              <a:rPr sz="24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FTP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client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45398" y="1640205"/>
            <a:ext cx="7075170" cy="4895215"/>
            <a:chOff x="621398" y="1640204"/>
            <a:chExt cx="7075170" cy="48952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398" y="1676399"/>
              <a:ext cx="3730625" cy="28591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3960" y="1640204"/>
              <a:ext cx="2682240" cy="28953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4301" y="3863377"/>
              <a:ext cx="3495675" cy="267144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238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2.3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20" dirty="0"/>
              <a:t>FILE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2780283"/>
            <a:ext cx="6324600" cy="36586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50795" y="1016111"/>
            <a:ext cx="8321040" cy="168148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2.3.2.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Quản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lý</a:t>
            </a:r>
            <a:r>
              <a:rPr sz="2400" b="1" kern="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sử</a:t>
            </a:r>
            <a:r>
              <a:rPr sz="24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dụng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FTP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client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4465" marR="5080" algn="just">
              <a:spcBef>
                <a:spcPts val="755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3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spc="3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4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nối</a:t>
            </a:r>
            <a:r>
              <a:rPr sz="2400" kern="0" spc="3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thành</a:t>
            </a:r>
            <a:r>
              <a:rPr sz="2400" kern="0" spc="3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công,</a:t>
            </a:r>
            <a:r>
              <a:rPr sz="2400" kern="0" spc="3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</a:t>
            </a:r>
            <a:r>
              <a:rPr sz="2400" kern="0" spc="3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thấy</a:t>
            </a:r>
            <a:r>
              <a:rPr sz="2400" kern="0" spc="40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3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3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thư</a:t>
            </a:r>
            <a:r>
              <a:rPr sz="2400" kern="0" spc="3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mục</a:t>
            </a:r>
            <a:r>
              <a:rPr sz="2400" kern="0" spc="4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1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bên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bên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còn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lại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local.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Việc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download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thực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hiện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như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việc sao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chép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fiel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trên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máy.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983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2.4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10" dirty="0"/>
              <a:t>DOMAIN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2586" y="1243966"/>
            <a:ext cx="8166100" cy="18573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>
              <a:spcBef>
                <a:spcPts val="11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Domain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somee.com</a:t>
            </a:r>
            <a:r>
              <a:rPr sz="2400" kern="0" spc="-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cung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cấp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chỉ là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subdomain.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marR="5080" indent="-343535">
              <a:spcBef>
                <a:spcPts val="5"/>
              </a:spcBef>
              <a:buFont typeface="Wingdings"/>
              <a:buChar char=""/>
              <a:tabLst>
                <a:tab pos="355600" algn="l"/>
                <a:tab pos="886460" algn="l"/>
                <a:tab pos="1352550" algn="l"/>
                <a:tab pos="2491740" algn="l"/>
                <a:tab pos="3108960" algn="l"/>
                <a:tab pos="3873500" algn="l"/>
                <a:tab pos="4522470" algn="l"/>
                <a:tab pos="5341620" algn="l"/>
                <a:tab pos="5789930" algn="l"/>
                <a:tab pos="6924040" algn="l"/>
                <a:tab pos="7729220" algn="l"/>
              </a:tabLst>
            </a:pP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domain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dễ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nhớ,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nên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ký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domain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miễn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phí 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như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botay.cu.cc</a:t>
            </a:r>
            <a:r>
              <a:rPr sz="2400" kern="0" spc="-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(miễn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phí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tại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cu.cc).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marR="8255" indent="-343535">
              <a:spcBef>
                <a:spcPts val="5"/>
              </a:spcBef>
              <a:buFont typeface="Wingdings"/>
              <a:buChar char=""/>
              <a:tabLst>
                <a:tab pos="355600" algn="l"/>
                <a:tab pos="927100" algn="l"/>
                <a:tab pos="1466850" algn="l"/>
                <a:tab pos="2647315" algn="l"/>
                <a:tab pos="4088129" algn="l"/>
                <a:tab pos="4696460" algn="l"/>
                <a:tab pos="5876925" algn="l"/>
                <a:tab pos="6549390" algn="l"/>
                <a:tab pos="6901180" algn="l"/>
                <a:tab pos="7756525" algn="l"/>
              </a:tabLst>
            </a:pP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trỏ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domain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cần</a:t>
            </a:r>
            <a:r>
              <a:rPr sz="2400" kern="0" spc="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tên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domain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ô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full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domain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name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đó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nhấp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nút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[Add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new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domain]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6670" y="3531108"/>
            <a:ext cx="4877688" cy="29077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777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2587" y="1091261"/>
            <a:ext cx="8169275" cy="7600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marR="5080" indent="-343535">
              <a:spcBef>
                <a:spcPts val="115"/>
              </a:spcBef>
              <a:buFont typeface="Wingdings"/>
              <a:buChar char=""/>
              <a:tabLst>
                <a:tab pos="355600" algn="l"/>
                <a:tab pos="1215390" algn="l"/>
                <a:tab pos="1796414" algn="l"/>
                <a:tab pos="2738755" algn="l"/>
                <a:tab pos="3237230" algn="l"/>
                <a:tab pos="4056379" algn="l"/>
                <a:tab pos="4728210" algn="l"/>
                <a:tab pos="6480810" algn="l"/>
                <a:tab pos="715264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Thiết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lập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DNS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somee.com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domain botay.cu.cc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1897761"/>
            <a:ext cx="6934200" cy="44268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2.4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10" dirty="0"/>
              <a:t>DOMAIN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793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2586" y="1167765"/>
            <a:ext cx="8166734" cy="759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spcBef>
                <a:spcPts val="110"/>
              </a:spcBef>
              <a:tabLst>
                <a:tab pos="629920" algn="l"/>
                <a:tab pos="1270000" algn="l"/>
                <a:tab pos="2884805" algn="l"/>
                <a:tab pos="4188460" algn="l"/>
                <a:tab pos="4856480" algn="l"/>
                <a:tab pos="5565775" algn="l"/>
                <a:tab pos="6553834" algn="l"/>
              </a:tabLst>
            </a:pP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Đợi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khoản</a:t>
            </a:r>
            <a:r>
              <a:rPr sz="2400" kern="0" spc="3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thời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gian</a:t>
            </a:r>
            <a:r>
              <a:rPr sz="2400" kern="0" spc="3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việc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thiết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lập</a:t>
            </a:r>
            <a:r>
              <a:rPr sz="2400" kern="0" spc="2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hiệu</a:t>
            </a:r>
            <a:r>
              <a:rPr sz="2400" kern="0" spc="3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lực,</a:t>
            </a:r>
            <a:r>
              <a:rPr sz="2400" kern="0" spc="3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ta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 xuất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tên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domain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mới.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1973961"/>
            <a:ext cx="6934200" cy="42363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2.4</a:t>
            </a:r>
            <a:r>
              <a:rPr spc="-55" dirty="0"/>
              <a:t> </a:t>
            </a:r>
            <a:r>
              <a:rPr dirty="0"/>
              <a:t>QUẢN</a:t>
            </a:r>
            <a:r>
              <a:rPr spc="50" dirty="0"/>
              <a:t> </a:t>
            </a:r>
            <a:r>
              <a:rPr dirty="0"/>
              <a:t>LÝ</a:t>
            </a:r>
            <a:r>
              <a:rPr spc="-105" dirty="0"/>
              <a:t> </a:t>
            </a:r>
            <a:r>
              <a:rPr spc="-10" dirty="0"/>
              <a:t>DOMAIN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701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2.5.</a:t>
            </a:r>
            <a:r>
              <a:rPr spc="-90" dirty="0"/>
              <a:t> </a:t>
            </a:r>
            <a:r>
              <a:rPr dirty="0"/>
              <a:t>QUẢN</a:t>
            </a:r>
            <a:r>
              <a:rPr spc="15" dirty="0"/>
              <a:t> </a:t>
            </a:r>
            <a:r>
              <a:rPr dirty="0"/>
              <a:t>LÝ</a:t>
            </a:r>
            <a:r>
              <a:rPr spc="-95" dirty="0"/>
              <a:t> </a:t>
            </a:r>
            <a:r>
              <a:rPr dirty="0"/>
              <a:t>KHÔNG</a:t>
            </a:r>
            <a:r>
              <a:rPr spc="-95" dirty="0"/>
              <a:t> </a:t>
            </a:r>
            <a:r>
              <a:rPr/>
              <a:t>GIAN</a:t>
            </a:r>
            <a:r>
              <a:rPr spc="-15"/>
              <a:t> </a:t>
            </a:r>
            <a:r>
              <a:rPr spc="-10"/>
              <a:t>L</a:t>
            </a:r>
            <a:r>
              <a:rPr lang="en-US" spc="-10"/>
              <a:t>Ư</a:t>
            </a:r>
            <a:r>
              <a:rPr spc="-10"/>
              <a:t>U</a:t>
            </a:r>
            <a:r>
              <a:rPr spc="-100"/>
              <a:t> </a:t>
            </a:r>
            <a:r>
              <a:rPr spc="-25" dirty="0"/>
              <a:t>TRỮ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833964" y="1167766"/>
            <a:ext cx="10177779" cy="14914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715" indent="-343535">
              <a:spcBef>
                <a:spcPts val="110"/>
              </a:spcBef>
              <a:buFont typeface="Wingdings"/>
              <a:buChar char=""/>
              <a:tabLst>
                <a:tab pos="355600" algn="l"/>
                <a:tab pos="986790" algn="l"/>
                <a:tab pos="2176145" algn="l"/>
                <a:tab pos="2999105" algn="l"/>
                <a:tab pos="3575685" algn="l"/>
                <a:tab pos="4462780" algn="l"/>
                <a:tab pos="5295900" algn="l"/>
                <a:tab pos="5968365" algn="l"/>
                <a:tab pos="6800215" algn="l"/>
                <a:tab pos="7280909" algn="l"/>
              </a:tabLst>
            </a:pPr>
            <a:r>
              <a:rPr spc="50" dirty="0"/>
              <a:t>Với</a:t>
            </a:r>
            <a:r>
              <a:rPr dirty="0"/>
              <a:t>	</a:t>
            </a:r>
            <a:r>
              <a:rPr spc="-10" dirty="0"/>
              <a:t>Hosting</a:t>
            </a:r>
            <a:r>
              <a:rPr dirty="0"/>
              <a:t>	</a:t>
            </a:r>
            <a:r>
              <a:rPr spc="-20" dirty="0"/>
              <a:t>miễn</a:t>
            </a:r>
            <a:r>
              <a:rPr dirty="0"/>
              <a:t>	</a:t>
            </a:r>
            <a:r>
              <a:rPr spc="-25" dirty="0"/>
              <a:t>phí</a:t>
            </a:r>
            <a:r>
              <a:rPr dirty="0"/>
              <a:t>	</a:t>
            </a:r>
            <a:r>
              <a:rPr spc="95" dirty="0"/>
              <a:t>được</a:t>
            </a:r>
            <a:r>
              <a:rPr dirty="0"/>
              <a:t>	</a:t>
            </a:r>
            <a:r>
              <a:rPr spc="-20" dirty="0"/>
              <a:t>phép</a:t>
            </a:r>
            <a:r>
              <a:rPr dirty="0"/>
              <a:t>	</a:t>
            </a:r>
            <a:r>
              <a:rPr spc="100" dirty="0"/>
              <a:t>sử</a:t>
            </a:r>
            <a:r>
              <a:rPr dirty="0"/>
              <a:t>	</a:t>
            </a:r>
            <a:r>
              <a:rPr spc="-20" dirty="0"/>
              <a:t>dụng</a:t>
            </a:r>
            <a:r>
              <a:rPr dirty="0"/>
              <a:t>	</a:t>
            </a:r>
            <a:r>
              <a:rPr spc="-25" dirty="0"/>
              <a:t>tối</a:t>
            </a:r>
            <a:r>
              <a:rPr dirty="0"/>
              <a:t>	</a:t>
            </a:r>
            <a:r>
              <a:rPr spc="-25" dirty="0"/>
              <a:t>đa </a:t>
            </a:r>
            <a:r>
              <a:rPr spc="-10" dirty="0"/>
              <a:t>150MB.</a:t>
            </a:r>
          </a:p>
          <a:p>
            <a:pPr marL="355600" marR="5080" indent="-343535">
              <a:spcBef>
                <a:spcPts val="5"/>
              </a:spcBef>
              <a:buFont typeface="Wingdings"/>
              <a:buChar char=""/>
              <a:tabLst>
                <a:tab pos="355600" algn="l"/>
                <a:tab pos="4742180" algn="l"/>
              </a:tabLst>
            </a:pPr>
            <a:r>
              <a:rPr dirty="0"/>
              <a:t>Tuy</a:t>
            </a:r>
            <a:r>
              <a:rPr spc="100" dirty="0"/>
              <a:t> </a:t>
            </a:r>
            <a:r>
              <a:rPr dirty="0"/>
              <a:t>nhiên,</a:t>
            </a:r>
            <a:r>
              <a:rPr spc="95" dirty="0"/>
              <a:t> </a:t>
            </a:r>
            <a:r>
              <a:rPr dirty="0"/>
              <a:t>sau</a:t>
            </a:r>
            <a:r>
              <a:rPr spc="110" dirty="0"/>
              <a:t> </a:t>
            </a:r>
            <a:r>
              <a:rPr dirty="0"/>
              <a:t>khi</a:t>
            </a:r>
            <a:r>
              <a:rPr spc="125" dirty="0"/>
              <a:t> </a:t>
            </a:r>
            <a:r>
              <a:rPr dirty="0"/>
              <a:t>đăng</a:t>
            </a:r>
            <a:r>
              <a:rPr spc="114" dirty="0"/>
              <a:t> </a:t>
            </a:r>
            <a:r>
              <a:rPr dirty="0"/>
              <a:t>ký</a:t>
            </a:r>
            <a:r>
              <a:rPr spc="65" dirty="0"/>
              <a:t> </a:t>
            </a:r>
            <a:r>
              <a:rPr spc="-25" dirty="0"/>
              <a:t>chỉ</a:t>
            </a:r>
            <a:r>
              <a:rPr dirty="0"/>
              <a:t>	có</a:t>
            </a:r>
            <a:r>
              <a:rPr spc="110" dirty="0"/>
              <a:t> </a:t>
            </a:r>
            <a:r>
              <a:rPr dirty="0"/>
              <a:t>100MB</a:t>
            </a:r>
            <a:r>
              <a:rPr spc="135" dirty="0"/>
              <a:t> </a:t>
            </a:r>
            <a:r>
              <a:rPr spc="120" dirty="0"/>
              <a:t>được</a:t>
            </a:r>
            <a:r>
              <a:rPr spc="114" dirty="0"/>
              <a:t> </a:t>
            </a:r>
            <a:r>
              <a:rPr spc="-20" dirty="0"/>
              <a:t>kích </a:t>
            </a:r>
            <a:r>
              <a:rPr spc="-10" dirty="0"/>
              <a:t>hoạt.</a:t>
            </a:r>
          </a:p>
          <a:p>
            <a:pPr marL="355600" marR="5080" indent="-343535">
              <a:buFont typeface="Wingdings"/>
              <a:buChar char=""/>
              <a:tabLst>
                <a:tab pos="355600" algn="l"/>
                <a:tab pos="986790" algn="l"/>
                <a:tab pos="1581150" algn="l"/>
              </a:tabLst>
            </a:pPr>
            <a:r>
              <a:rPr spc="-25" dirty="0"/>
              <a:t>Để</a:t>
            </a:r>
            <a:r>
              <a:rPr dirty="0"/>
              <a:t>	</a:t>
            </a:r>
            <a:r>
              <a:rPr spc="100" dirty="0"/>
              <a:t>sử</a:t>
            </a:r>
            <a:r>
              <a:rPr dirty="0"/>
              <a:t>	dụng</a:t>
            </a:r>
            <a:r>
              <a:rPr spc="275" dirty="0"/>
              <a:t> </a:t>
            </a:r>
            <a:r>
              <a:rPr dirty="0"/>
              <a:t>tối</a:t>
            </a:r>
            <a:r>
              <a:rPr spc="295" dirty="0"/>
              <a:t> </a:t>
            </a:r>
            <a:r>
              <a:rPr dirty="0"/>
              <a:t>đa</a:t>
            </a:r>
            <a:r>
              <a:rPr spc="275" dirty="0"/>
              <a:t> </a:t>
            </a:r>
            <a:r>
              <a:rPr dirty="0"/>
              <a:t>kích</a:t>
            </a:r>
            <a:r>
              <a:rPr spc="250" dirty="0"/>
              <a:t> </a:t>
            </a:r>
            <a:r>
              <a:rPr spc="75" dirty="0"/>
              <a:t>thước,</a:t>
            </a:r>
            <a:r>
              <a:rPr spc="270" dirty="0"/>
              <a:t> </a:t>
            </a:r>
            <a:r>
              <a:rPr dirty="0"/>
              <a:t>phải</a:t>
            </a:r>
            <a:r>
              <a:rPr spc="325" dirty="0"/>
              <a:t> </a:t>
            </a:r>
            <a:r>
              <a:rPr dirty="0"/>
              <a:t>Click</a:t>
            </a:r>
            <a:r>
              <a:rPr spc="305" dirty="0"/>
              <a:t> </a:t>
            </a:r>
            <a:r>
              <a:rPr dirty="0"/>
              <a:t>nút</a:t>
            </a:r>
            <a:r>
              <a:rPr spc="260" dirty="0"/>
              <a:t> </a:t>
            </a:r>
            <a:r>
              <a:rPr spc="-20" dirty="0"/>
              <a:t>[Add </a:t>
            </a:r>
            <a:r>
              <a:rPr dirty="0"/>
              <a:t>more</a:t>
            </a:r>
            <a:r>
              <a:rPr spc="-35" dirty="0"/>
              <a:t> </a:t>
            </a:r>
            <a:r>
              <a:rPr dirty="0"/>
              <a:t>storage]</a:t>
            </a:r>
            <a:r>
              <a:rPr spc="35" dirty="0"/>
              <a:t> </a:t>
            </a:r>
            <a:r>
              <a:rPr dirty="0"/>
              <a:t>nhiều</a:t>
            </a:r>
            <a:r>
              <a:rPr spc="35" dirty="0"/>
              <a:t> </a:t>
            </a:r>
            <a:r>
              <a:rPr dirty="0"/>
              <a:t>lần</a:t>
            </a:r>
            <a:r>
              <a:rPr spc="-5" dirty="0"/>
              <a:t> </a:t>
            </a:r>
            <a:r>
              <a:rPr dirty="0"/>
              <a:t>để</a:t>
            </a:r>
            <a:r>
              <a:rPr spc="40" dirty="0"/>
              <a:t> </a:t>
            </a:r>
            <a:r>
              <a:rPr dirty="0"/>
              <a:t>tăng</a:t>
            </a:r>
            <a:r>
              <a:rPr spc="5" dirty="0"/>
              <a:t> </a:t>
            </a:r>
            <a:r>
              <a:rPr dirty="0"/>
              <a:t>kích</a:t>
            </a:r>
            <a:r>
              <a:rPr spc="15" dirty="0"/>
              <a:t> </a:t>
            </a:r>
            <a:r>
              <a:rPr spc="100" dirty="0"/>
              <a:t>thước</a:t>
            </a:r>
            <a:r>
              <a:rPr spc="-5" dirty="0"/>
              <a:t> </a:t>
            </a:r>
            <a:r>
              <a:rPr spc="-20" dirty="0"/>
              <a:t>lên.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0" y="3428988"/>
            <a:ext cx="5257800" cy="310006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155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2.6.</a:t>
            </a:r>
            <a:r>
              <a:rPr spc="-50" dirty="0"/>
              <a:t> </a:t>
            </a:r>
            <a:r>
              <a:rPr dirty="0"/>
              <a:t>QUẢN</a:t>
            </a:r>
            <a:r>
              <a:rPr spc="65" dirty="0"/>
              <a:t> </a:t>
            </a:r>
            <a:r>
              <a:rPr dirty="0"/>
              <a:t>LÝ</a:t>
            </a:r>
            <a:r>
              <a:rPr spc="-5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dirty="0"/>
              <a:t>SỞ</a:t>
            </a:r>
            <a:r>
              <a:rPr spc="-45" dirty="0"/>
              <a:t> </a:t>
            </a:r>
            <a:r>
              <a:rPr dirty="0"/>
              <a:t>DỮ</a:t>
            </a:r>
            <a:r>
              <a:rPr spc="-45" dirty="0"/>
              <a:t> </a:t>
            </a:r>
            <a:r>
              <a:rPr spc="-20" dirty="0"/>
              <a:t>LIỆU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4" y="1027039"/>
            <a:ext cx="8006080" cy="12706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spcBef>
                <a:spcPts val="67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2.6.1</a:t>
            </a:r>
            <a:r>
              <a:rPr sz="2400" b="1" kern="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Tạo</a:t>
            </a:r>
            <a:r>
              <a:rPr sz="2400" b="1" kern="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tài khoản</a:t>
            </a:r>
            <a:r>
              <a:rPr sz="2400" b="1" kern="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truy</a:t>
            </a:r>
            <a:r>
              <a:rPr sz="2400" b="1" kern="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xuất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CSDL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41605" marR="5080">
              <a:spcBef>
                <a:spcPts val="580"/>
              </a:spcBef>
              <a:tabLst>
                <a:tab pos="217678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r>
              <a:rPr sz="2400" kern="0" spc="1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user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name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password</a:t>
            </a:r>
            <a:r>
              <a:rPr sz="2400" kern="0" spc="2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2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lần</a:t>
            </a:r>
            <a:r>
              <a:rPr sz="2400" kern="0" spc="1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đó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nhấp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liên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[Add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login]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tạo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tài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khoản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xuất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113" y="2411095"/>
            <a:ext cx="6305550" cy="33801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430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2.6.</a:t>
            </a:r>
            <a:r>
              <a:rPr spc="-50" dirty="0"/>
              <a:t> </a:t>
            </a:r>
            <a:r>
              <a:rPr dirty="0"/>
              <a:t>QUẢN</a:t>
            </a:r>
            <a:r>
              <a:rPr spc="65" dirty="0"/>
              <a:t> </a:t>
            </a:r>
            <a:r>
              <a:rPr dirty="0"/>
              <a:t>LÝ</a:t>
            </a:r>
            <a:r>
              <a:rPr spc="-5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dirty="0"/>
              <a:t>SỞ</a:t>
            </a:r>
            <a:r>
              <a:rPr spc="-45" dirty="0"/>
              <a:t> </a:t>
            </a:r>
            <a:r>
              <a:rPr dirty="0"/>
              <a:t>DỮ</a:t>
            </a:r>
            <a:r>
              <a:rPr spc="-45" dirty="0"/>
              <a:t> </a:t>
            </a:r>
            <a:r>
              <a:rPr spc="-20" dirty="0"/>
              <a:t>LIỆU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5" y="1027038"/>
            <a:ext cx="5321935" cy="904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spcBef>
                <a:spcPts val="67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2.6.2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Tạo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CSDL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41605">
              <a:spcBef>
                <a:spcPts val="580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Tạo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-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ứng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như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sau: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5045" y="5590133"/>
            <a:ext cx="7705725" cy="7594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spcBef>
                <a:spcPts val="115"/>
              </a:spcBef>
              <a:tabLst>
                <a:tab pos="909319" algn="l"/>
                <a:tab pos="1572260" algn="l"/>
                <a:tab pos="2500630" algn="l"/>
                <a:tab pos="3077210" algn="l"/>
                <a:tab pos="3850640" algn="l"/>
                <a:tab pos="4440555" algn="l"/>
                <a:tab pos="5437505" algn="l"/>
                <a:tab pos="6283960" algn="l"/>
                <a:tab pos="7216775" algn="l"/>
              </a:tabLst>
            </a:pP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Cung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cấp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tin: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Tên,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Tài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khoản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nhập,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loại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-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Click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[Create</a:t>
            </a:r>
            <a:r>
              <a:rPr sz="2400" kern="0" spc="-2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empty</a:t>
            </a:r>
            <a:r>
              <a:rPr sz="2400" kern="0" spc="-6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database]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tạo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-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mới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2514" y="2021839"/>
            <a:ext cx="6334887" cy="33883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609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2.6.</a:t>
            </a:r>
            <a:r>
              <a:rPr spc="-50" dirty="0"/>
              <a:t> </a:t>
            </a:r>
            <a:r>
              <a:rPr dirty="0"/>
              <a:t>QUẢN</a:t>
            </a:r>
            <a:r>
              <a:rPr spc="65" dirty="0"/>
              <a:t> </a:t>
            </a:r>
            <a:r>
              <a:rPr dirty="0"/>
              <a:t>LÝ</a:t>
            </a:r>
            <a:r>
              <a:rPr spc="-5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dirty="0"/>
              <a:t>SỞ</a:t>
            </a:r>
            <a:r>
              <a:rPr spc="-45" dirty="0"/>
              <a:t> </a:t>
            </a:r>
            <a:r>
              <a:rPr dirty="0"/>
              <a:t>DỮ</a:t>
            </a:r>
            <a:r>
              <a:rPr spc="-45" dirty="0"/>
              <a:t> </a:t>
            </a:r>
            <a:r>
              <a:rPr spc="-20" dirty="0"/>
              <a:t>LIỆU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4" y="1098626"/>
            <a:ext cx="224536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2.6.2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Tạo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CSDL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561083"/>
            <a:ext cx="7349490" cy="40015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318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2.6.</a:t>
            </a:r>
            <a:r>
              <a:rPr spc="-50" dirty="0"/>
              <a:t> </a:t>
            </a:r>
            <a:r>
              <a:rPr dirty="0"/>
              <a:t>QUẢN</a:t>
            </a:r>
            <a:r>
              <a:rPr spc="65" dirty="0"/>
              <a:t> </a:t>
            </a:r>
            <a:r>
              <a:rPr dirty="0"/>
              <a:t>LÝ</a:t>
            </a:r>
            <a:r>
              <a:rPr spc="-5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dirty="0"/>
              <a:t>SỞ</a:t>
            </a:r>
            <a:r>
              <a:rPr spc="-45" dirty="0"/>
              <a:t> </a:t>
            </a:r>
            <a:r>
              <a:rPr dirty="0"/>
              <a:t>DỮ</a:t>
            </a:r>
            <a:r>
              <a:rPr spc="-45" dirty="0"/>
              <a:t> </a:t>
            </a:r>
            <a:r>
              <a:rPr spc="-20" dirty="0"/>
              <a:t>LIỆU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4" y="1004410"/>
            <a:ext cx="8008620" cy="168211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2.6.2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Tạo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CSDL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12420" marR="5080" algn="just">
              <a:spcBef>
                <a:spcPts val="755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tạo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ra,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soát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</a:t>
            </a:r>
            <a:r>
              <a:rPr sz="2400" kern="0" spc="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như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sau.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(Chú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ý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chuỗi</a:t>
            </a:r>
            <a:r>
              <a:rPr sz="2400" kern="0" spc="1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nối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chép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ứng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nối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-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này)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7142" y="2667000"/>
            <a:ext cx="6139941" cy="3771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727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2.6.</a:t>
            </a:r>
            <a:r>
              <a:rPr spc="-50" dirty="0"/>
              <a:t> </a:t>
            </a:r>
            <a:r>
              <a:rPr dirty="0"/>
              <a:t>QUẢN</a:t>
            </a:r>
            <a:r>
              <a:rPr spc="65" dirty="0"/>
              <a:t> </a:t>
            </a:r>
            <a:r>
              <a:rPr dirty="0"/>
              <a:t>LÝ</a:t>
            </a:r>
            <a:r>
              <a:rPr spc="-5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dirty="0"/>
              <a:t>SỞ</a:t>
            </a:r>
            <a:r>
              <a:rPr spc="-45" dirty="0"/>
              <a:t> </a:t>
            </a:r>
            <a:r>
              <a:rPr dirty="0"/>
              <a:t>DỮ</a:t>
            </a:r>
            <a:r>
              <a:rPr spc="-45" dirty="0"/>
              <a:t> </a:t>
            </a:r>
            <a:r>
              <a:rPr spc="-20" dirty="0"/>
              <a:t>LIỆU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5" y="1004410"/>
            <a:ext cx="8004809" cy="13157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2.6.3</a:t>
            </a:r>
            <a:r>
              <a:rPr sz="2400" b="1" kern="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Upload</a:t>
            </a:r>
            <a:r>
              <a:rPr sz="2400" b="1" kern="0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và</a:t>
            </a:r>
            <a:r>
              <a:rPr sz="2400" b="1" kern="0" spc="-1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Attach</a:t>
            </a:r>
            <a:r>
              <a:rPr sz="2400" b="1" kern="0" spc="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CSDL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12420" marR="5080">
              <a:spcBef>
                <a:spcPts val="755"/>
              </a:spcBef>
              <a:tabLst>
                <a:tab pos="1227455" algn="l"/>
                <a:tab pos="1863089" algn="l"/>
                <a:tab pos="2599690" algn="l"/>
                <a:tab pos="3322320" algn="l"/>
                <a:tab pos="4511675" algn="l"/>
                <a:tab pos="6593205" algn="l"/>
                <a:tab pos="744855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quá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trình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phát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triển</a:t>
            </a:r>
            <a:r>
              <a:rPr sz="2400" kern="0" spc="3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đã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có</a:t>
            </a:r>
            <a:r>
              <a:rPr sz="2400" kern="0" spc="2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2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sẵn.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Công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việc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còn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lại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lên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attach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dụng.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0141" y="2375657"/>
            <a:ext cx="5573859" cy="33975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839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2.6.</a:t>
            </a:r>
            <a:r>
              <a:rPr spc="-50" dirty="0"/>
              <a:t> </a:t>
            </a:r>
            <a:r>
              <a:rPr dirty="0"/>
              <a:t>QUẢN</a:t>
            </a:r>
            <a:r>
              <a:rPr spc="65" dirty="0"/>
              <a:t> </a:t>
            </a:r>
            <a:r>
              <a:rPr dirty="0"/>
              <a:t>LÝ</a:t>
            </a:r>
            <a:r>
              <a:rPr spc="-5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dirty="0"/>
              <a:t>SỞ</a:t>
            </a:r>
            <a:r>
              <a:rPr spc="-45" dirty="0"/>
              <a:t> </a:t>
            </a:r>
            <a:r>
              <a:rPr dirty="0"/>
              <a:t>DỮ</a:t>
            </a:r>
            <a:r>
              <a:rPr spc="-45" dirty="0"/>
              <a:t> </a:t>
            </a:r>
            <a:r>
              <a:rPr spc="-20" dirty="0"/>
              <a:t>LIỆU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4" y="1004411"/>
            <a:ext cx="6483350" cy="9493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2.6.3</a:t>
            </a:r>
            <a:r>
              <a:rPr sz="2400" b="1" kern="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Upload</a:t>
            </a:r>
            <a:r>
              <a:rPr sz="2400" b="1" kern="0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và</a:t>
            </a:r>
            <a:r>
              <a:rPr sz="2400" b="1" kern="0" spc="-1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Attach</a:t>
            </a:r>
            <a:r>
              <a:rPr sz="2400" b="1" kern="0" spc="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CSDL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12420">
              <a:spcBef>
                <a:spcPts val="755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Detach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-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này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trước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lên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6623" y="2004568"/>
            <a:ext cx="6136599" cy="22157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093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2.6.</a:t>
            </a:r>
            <a:r>
              <a:rPr spc="-50" dirty="0"/>
              <a:t> </a:t>
            </a:r>
            <a:r>
              <a:rPr dirty="0"/>
              <a:t>QUẢN</a:t>
            </a:r>
            <a:r>
              <a:rPr spc="65" dirty="0"/>
              <a:t> </a:t>
            </a:r>
            <a:r>
              <a:rPr dirty="0"/>
              <a:t>LÝ</a:t>
            </a:r>
            <a:r>
              <a:rPr spc="-5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dirty="0"/>
              <a:t>SỞ</a:t>
            </a:r>
            <a:r>
              <a:rPr spc="-45" dirty="0"/>
              <a:t> </a:t>
            </a:r>
            <a:r>
              <a:rPr dirty="0"/>
              <a:t>DỮ</a:t>
            </a:r>
            <a:r>
              <a:rPr spc="-45" dirty="0"/>
              <a:t> </a:t>
            </a:r>
            <a:r>
              <a:rPr spc="-20" dirty="0"/>
              <a:t>LIỆU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5" y="1004410"/>
            <a:ext cx="8010525" cy="168211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2.6.3</a:t>
            </a:r>
            <a:r>
              <a:rPr sz="2400" b="1" kern="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Upload</a:t>
            </a:r>
            <a:r>
              <a:rPr sz="2400" b="1" kern="0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và</a:t>
            </a:r>
            <a:r>
              <a:rPr sz="2400" b="1" kern="0" spc="-1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Attach</a:t>
            </a:r>
            <a:r>
              <a:rPr sz="2400" b="1" kern="0" spc="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CSDL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12420" marR="5080" algn="just">
              <a:spcBef>
                <a:spcPts val="755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phần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quản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trị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Wingdings"/>
                <a:cs typeface="Wingdings"/>
              </a:rPr>
              <a:t></a:t>
            </a:r>
            <a:r>
              <a:rPr sz="2400" kern="0" spc="10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chọn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liên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[Attach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database]</a:t>
            </a:r>
            <a:r>
              <a:rPr sz="2400" kern="0" spc="3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Wingdings"/>
                <a:cs typeface="Wingdings"/>
              </a:rPr>
              <a:t></a:t>
            </a:r>
            <a:r>
              <a:rPr sz="2400" kern="0" spc="434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chọn</a:t>
            </a:r>
            <a:r>
              <a:rPr sz="2400" kern="0" spc="3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4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3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3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3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đó</a:t>
            </a:r>
            <a:r>
              <a:rPr sz="2400" kern="0" spc="3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click</a:t>
            </a:r>
            <a:r>
              <a:rPr sz="2400" kern="0" spc="4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[Upload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the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files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and</a:t>
            </a:r>
            <a:r>
              <a:rPr sz="2400" kern="0" spc="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attach]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thay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thế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-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trước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đó.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6204" y="2735961"/>
            <a:ext cx="6368796" cy="32838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319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2.6.</a:t>
            </a:r>
            <a:r>
              <a:rPr spc="-50" dirty="0"/>
              <a:t> </a:t>
            </a:r>
            <a:r>
              <a:rPr dirty="0"/>
              <a:t>QUẢN</a:t>
            </a:r>
            <a:r>
              <a:rPr spc="65" dirty="0"/>
              <a:t> </a:t>
            </a:r>
            <a:r>
              <a:rPr dirty="0"/>
              <a:t>LÝ</a:t>
            </a:r>
            <a:r>
              <a:rPr spc="-5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dirty="0"/>
              <a:t>SỞ</a:t>
            </a:r>
            <a:r>
              <a:rPr spc="-45" dirty="0"/>
              <a:t> </a:t>
            </a:r>
            <a:r>
              <a:rPr dirty="0"/>
              <a:t>DỮ</a:t>
            </a:r>
            <a:r>
              <a:rPr spc="-45" dirty="0"/>
              <a:t> </a:t>
            </a:r>
            <a:r>
              <a:rPr spc="-20" dirty="0"/>
              <a:t>LIỆU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5" y="1004411"/>
            <a:ext cx="8005445" cy="24136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2.6.3</a:t>
            </a:r>
            <a:r>
              <a:rPr sz="2400" b="1" kern="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Upload</a:t>
            </a:r>
            <a:r>
              <a:rPr sz="2400" b="1" kern="0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và</a:t>
            </a:r>
            <a:r>
              <a:rPr sz="2400" b="1" kern="0" spc="-1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Attach</a:t>
            </a:r>
            <a:r>
              <a:rPr sz="2400" b="1" kern="0" spc="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r>
              <a:rPr sz="2400" b="1" kern="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CSDL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55955" marR="5080" indent="-343535">
              <a:spcBef>
                <a:spcPts val="755"/>
              </a:spcBef>
              <a:buFont typeface="Wingdings"/>
              <a:buChar char=""/>
              <a:tabLst>
                <a:tab pos="655955" algn="l"/>
                <a:tab pos="3693160" algn="l"/>
                <a:tab pos="540385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 Attach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-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thành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công,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test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thử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bằng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cách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cửa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sổ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truy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vấn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liệu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trực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tuyến.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655320" indent="-342900">
              <a:spcBef>
                <a:spcPts val="5"/>
              </a:spcBef>
              <a:buFont typeface="Wingdings"/>
              <a:buChar char=""/>
              <a:tabLst>
                <a:tab pos="65532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Click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liên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[New</a:t>
            </a:r>
            <a:r>
              <a:rPr sz="2400" kern="0" spc="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SQL</a:t>
            </a:r>
            <a:r>
              <a:rPr sz="2400" kern="0" spc="-1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Query]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655955" marR="11430" indent="-343535">
              <a:spcBef>
                <a:spcPts val="5"/>
              </a:spcBef>
              <a:buFont typeface="Wingdings"/>
              <a:buChar char=""/>
              <a:tabLst>
                <a:tab pos="655955" algn="l"/>
                <a:tab pos="1534160" algn="l"/>
                <a:tab pos="2178685" algn="l"/>
                <a:tab pos="2906395" algn="l"/>
                <a:tab pos="3564890" algn="l"/>
                <a:tab pos="4204970" algn="l"/>
                <a:tab pos="4895850" algn="l"/>
                <a:tab pos="5623560" algn="l"/>
                <a:tab pos="6263640" algn="l"/>
                <a:tab pos="6734809" algn="l"/>
                <a:tab pos="7562850" algn="l"/>
              </a:tabLst>
            </a:pP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câu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lệnh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vấn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đơn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giản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nhấp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nút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[Run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simple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query]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thử.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36729" y="3507994"/>
            <a:ext cx="7650480" cy="2931160"/>
            <a:chOff x="1112729" y="3507994"/>
            <a:chExt cx="7650480" cy="29311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729" y="3544316"/>
              <a:ext cx="2760743" cy="12865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800" y="3507994"/>
              <a:ext cx="5029200" cy="293090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223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</a:t>
            </a:r>
            <a:r>
              <a:rPr spc="-100" dirty="0"/>
              <a:t> </a:t>
            </a:r>
            <a:r>
              <a:rPr dirty="0"/>
              <a:t>TRIỂN</a:t>
            </a:r>
            <a:r>
              <a:rPr spc="-85" dirty="0"/>
              <a:t> </a:t>
            </a:r>
            <a:r>
              <a:rPr dirty="0"/>
              <a:t>KHAI</a:t>
            </a:r>
            <a:r>
              <a:rPr spc="40" dirty="0"/>
              <a:t> </a:t>
            </a:r>
            <a:r>
              <a:rPr spc="-10" dirty="0"/>
              <a:t>WEBSITE</a:t>
            </a:r>
            <a:r>
              <a:rPr spc="-185" dirty="0"/>
              <a:t> </a:t>
            </a:r>
            <a:r>
              <a:rPr spc="-45" dirty="0"/>
              <a:t>ASP.NET</a:t>
            </a:r>
            <a:r>
              <a:rPr spc="-30" dirty="0"/>
              <a:t> </a:t>
            </a:r>
            <a:r>
              <a:rPr spc="-25" dirty="0"/>
              <a:t>MVC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5" y="1004411"/>
            <a:ext cx="6108065" cy="9493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518159" lvl="1" indent="-505459">
              <a:spcBef>
                <a:spcPts val="855"/>
              </a:spcBef>
              <a:buFontTx/>
              <a:buAutoNum type="arabicPeriod"/>
              <a:tabLst>
                <a:tab pos="518159" algn="l"/>
              </a:tabLst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Upload</a:t>
            </a:r>
            <a:r>
              <a:rPr sz="2400" b="1" kern="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website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55320" lvl="2" indent="-342900">
              <a:spcBef>
                <a:spcPts val="755"/>
              </a:spcBef>
              <a:buFont typeface="Wingdings"/>
              <a:buChar char=""/>
              <a:tabLst>
                <a:tab pos="65532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Biên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dịch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MVC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trước</a:t>
            </a:r>
            <a:r>
              <a:rPr sz="2400" kern="0" spc="-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997330"/>
            <a:ext cx="5943600" cy="23460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89988" y="4693996"/>
            <a:ext cx="7560945" cy="11252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marR="5080" indent="-343535" algn="just">
              <a:spcBef>
                <a:spcPts val="11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spc="1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spc="4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ứng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lên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website,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không</a:t>
            </a:r>
            <a:r>
              <a:rPr sz="2400" kern="0" spc="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phải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C#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(*.cs)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vì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đã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dịch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thành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DLL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đặt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thư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mục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bin của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ứng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2883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</a:t>
            </a:r>
            <a:r>
              <a:rPr spc="-100" dirty="0"/>
              <a:t> </a:t>
            </a:r>
            <a:r>
              <a:rPr dirty="0"/>
              <a:t>TRIỂN</a:t>
            </a:r>
            <a:r>
              <a:rPr spc="-85" dirty="0"/>
              <a:t> </a:t>
            </a:r>
            <a:r>
              <a:rPr dirty="0"/>
              <a:t>KHAI</a:t>
            </a:r>
            <a:r>
              <a:rPr spc="40" dirty="0"/>
              <a:t> </a:t>
            </a:r>
            <a:r>
              <a:rPr spc="-10" dirty="0"/>
              <a:t>WEBSITE</a:t>
            </a:r>
            <a:r>
              <a:rPr spc="-185" dirty="0"/>
              <a:t> </a:t>
            </a:r>
            <a:r>
              <a:rPr spc="-45" dirty="0"/>
              <a:t>ASP.NET</a:t>
            </a:r>
            <a:r>
              <a:rPr spc="-30" dirty="0"/>
              <a:t> </a:t>
            </a:r>
            <a:r>
              <a:rPr spc="-25" dirty="0"/>
              <a:t>MVC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5" y="1004410"/>
            <a:ext cx="7839075" cy="13157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518159" lvl="1" indent="-505459">
              <a:spcBef>
                <a:spcPts val="855"/>
              </a:spcBef>
              <a:buFontTx/>
              <a:buAutoNum type="arabicPeriod"/>
              <a:tabLst>
                <a:tab pos="518159" algn="l"/>
              </a:tabLst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Upload</a:t>
            </a:r>
            <a:r>
              <a:rPr sz="2400" b="1" kern="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website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43890" marR="5080" lvl="2" indent="-343535">
              <a:spcBef>
                <a:spcPts val="755"/>
              </a:spcBef>
              <a:buFont typeface="Wingdings"/>
              <a:buChar char=""/>
              <a:tabLst>
                <a:tab pos="64389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spc="1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dịch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chúng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ta</a:t>
            </a:r>
            <a:r>
              <a:rPr sz="2400" kern="0" spc="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chỉ</a:t>
            </a: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cần</a:t>
            </a:r>
            <a:r>
              <a:rPr sz="2400" kern="0" spc="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1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thư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mục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đây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6327" y="2366645"/>
            <a:ext cx="5300472" cy="407225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657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</a:t>
            </a:r>
            <a:r>
              <a:rPr spc="-100" dirty="0"/>
              <a:t> </a:t>
            </a:r>
            <a:r>
              <a:rPr dirty="0"/>
              <a:t>TRIỂN</a:t>
            </a:r>
            <a:r>
              <a:rPr spc="-85" dirty="0"/>
              <a:t> </a:t>
            </a:r>
            <a:r>
              <a:rPr dirty="0"/>
              <a:t>KHAI</a:t>
            </a:r>
            <a:r>
              <a:rPr spc="40" dirty="0"/>
              <a:t> </a:t>
            </a:r>
            <a:r>
              <a:rPr spc="-10" dirty="0"/>
              <a:t>WEBSITE</a:t>
            </a:r>
            <a:r>
              <a:rPr spc="-185" dirty="0"/>
              <a:t> </a:t>
            </a:r>
            <a:r>
              <a:rPr spc="-45" dirty="0"/>
              <a:t>ASP.NET</a:t>
            </a:r>
            <a:r>
              <a:rPr spc="-30" dirty="0"/>
              <a:t> </a:t>
            </a:r>
            <a:r>
              <a:rPr spc="-25" dirty="0"/>
              <a:t>MVC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5" y="1004410"/>
            <a:ext cx="8010525" cy="1682114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3.2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Upload</a:t>
            </a:r>
            <a:r>
              <a:rPr sz="2400" b="1" kern="0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và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attach</a:t>
            </a:r>
            <a:r>
              <a:rPr sz="2400" b="1" kern="0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C00000"/>
                </a:solidFill>
                <a:latin typeface="Arial"/>
                <a:cs typeface="Arial"/>
              </a:rPr>
              <a:t>CSDL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12420" marR="5080" algn="just">
              <a:spcBef>
                <a:spcPts val="755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phần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quản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trị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website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Wingdings"/>
                <a:cs typeface="Wingdings"/>
              </a:rPr>
              <a:t></a:t>
            </a:r>
            <a:r>
              <a:rPr sz="2400" kern="0" spc="10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chọn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liên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[Attach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database]</a:t>
            </a:r>
            <a:r>
              <a:rPr sz="2400" kern="0" spc="3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Wingdings"/>
                <a:cs typeface="Wingdings"/>
              </a:rPr>
              <a:t></a:t>
            </a:r>
            <a:r>
              <a:rPr sz="2400" kern="0" spc="434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chọn</a:t>
            </a:r>
            <a:r>
              <a:rPr sz="2400" kern="0" spc="3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4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3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3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3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đó</a:t>
            </a:r>
            <a:r>
              <a:rPr sz="2400" kern="0" spc="3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click</a:t>
            </a:r>
            <a:r>
              <a:rPr sz="2400" kern="0" spc="4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[Upload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the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files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and</a:t>
            </a:r>
            <a:r>
              <a:rPr sz="2400" kern="0" spc="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attach]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thay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thế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-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trước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đó.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6204" y="2735961"/>
            <a:ext cx="6368796" cy="32838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420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</a:t>
            </a:r>
            <a:r>
              <a:rPr spc="-100" dirty="0"/>
              <a:t> </a:t>
            </a:r>
            <a:r>
              <a:rPr dirty="0"/>
              <a:t>TRIỂN</a:t>
            </a:r>
            <a:r>
              <a:rPr spc="-85" dirty="0"/>
              <a:t> </a:t>
            </a:r>
            <a:r>
              <a:rPr dirty="0"/>
              <a:t>KHAI</a:t>
            </a:r>
            <a:r>
              <a:rPr spc="40" dirty="0"/>
              <a:t> </a:t>
            </a:r>
            <a:r>
              <a:rPr spc="-10" dirty="0"/>
              <a:t>WEBSITE</a:t>
            </a:r>
            <a:r>
              <a:rPr spc="-185" dirty="0"/>
              <a:t> </a:t>
            </a:r>
            <a:r>
              <a:rPr spc="-45" dirty="0"/>
              <a:t>ASP.NET</a:t>
            </a:r>
            <a:r>
              <a:rPr spc="-30" dirty="0"/>
              <a:t> </a:t>
            </a:r>
            <a:r>
              <a:rPr spc="-25" dirty="0"/>
              <a:t>MVC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5" y="1004410"/>
            <a:ext cx="8011159" cy="13157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3.3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Hiệu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chỉnh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chuỗi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kết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nối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12420" marR="5080">
              <a:spcBef>
                <a:spcPts val="755"/>
              </a:spcBef>
              <a:tabLst>
                <a:tab pos="1126490" algn="l"/>
                <a:tab pos="1305560" algn="l"/>
                <a:tab pos="1950085" algn="l"/>
                <a:tab pos="2974975" algn="l"/>
                <a:tab pos="3463925" algn="l"/>
                <a:tab pos="3743325" algn="l"/>
                <a:tab pos="4315460" algn="l"/>
                <a:tab pos="4342765" algn="l"/>
                <a:tab pos="4909820" algn="l"/>
                <a:tab pos="5522595" algn="l"/>
                <a:tab pos="6190615" algn="l"/>
                <a:tab pos="7301865" algn="l"/>
              </a:tabLst>
            </a:pP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Chọn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Web.config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đã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lên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 Total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Commander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nhấp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nút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Edit.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2507361"/>
            <a:ext cx="6172200" cy="37029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3780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</a:t>
            </a:r>
            <a:r>
              <a:rPr spc="-100" dirty="0"/>
              <a:t> </a:t>
            </a:r>
            <a:r>
              <a:rPr dirty="0"/>
              <a:t>TRIỂN</a:t>
            </a:r>
            <a:r>
              <a:rPr spc="-85" dirty="0"/>
              <a:t> </a:t>
            </a:r>
            <a:r>
              <a:rPr dirty="0"/>
              <a:t>KHAI</a:t>
            </a:r>
            <a:r>
              <a:rPr spc="40" dirty="0"/>
              <a:t> </a:t>
            </a:r>
            <a:r>
              <a:rPr spc="-10" dirty="0"/>
              <a:t>WEBSITE</a:t>
            </a:r>
            <a:r>
              <a:rPr spc="-185" dirty="0"/>
              <a:t> </a:t>
            </a:r>
            <a:r>
              <a:rPr spc="-45" dirty="0"/>
              <a:t>ASP.NET</a:t>
            </a:r>
            <a:r>
              <a:rPr spc="-30" dirty="0"/>
              <a:t> </a:t>
            </a:r>
            <a:r>
              <a:rPr spc="-25" dirty="0"/>
              <a:t>MVC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5" y="1004410"/>
            <a:ext cx="8011159" cy="13157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3.3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Hiệu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chỉnh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chuỗi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kết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nối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12420" marR="5080">
              <a:spcBef>
                <a:spcPts val="755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Thay</a:t>
            </a:r>
            <a:r>
              <a:rPr sz="2400" kern="0" spc="2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đổi</a:t>
            </a:r>
            <a:r>
              <a:rPr sz="2400" kern="0" spc="3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chuỗi</a:t>
            </a:r>
            <a:r>
              <a:rPr sz="2400" kern="0" spc="3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3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nối</a:t>
            </a:r>
            <a:r>
              <a:rPr sz="2400" kern="0" spc="3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CSDL</a:t>
            </a:r>
            <a:r>
              <a:rPr sz="2400" kern="0" spc="2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2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chuỗi</a:t>
            </a:r>
            <a:r>
              <a:rPr sz="2400" kern="0" spc="2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3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nối</a:t>
            </a:r>
            <a:r>
              <a:rPr sz="2400" kern="0" spc="2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copy</a:t>
            </a:r>
            <a:r>
              <a:rPr sz="2400" kern="0" spc="2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từ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trang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 CSDL</a:t>
            </a:r>
            <a:r>
              <a:rPr sz="2400" kern="0" spc="-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Wingdings"/>
                <a:cs typeface="Wingdings"/>
              </a:rPr>
              <a:t></a:t>
            </a:r>
            <a:r>
              <a:rPr sz="2400" kern="0" spc="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Lưu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thay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đổi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17762" y="2357132"/>
            <a:ext cx="7696834" cy="4091304"/>
            <a:chOff x="893762" y="2357132"/>
            <a:chExt cx="7696834" cy="40913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3287" y="2377103"/>
              <a:ext cx="6333236" cy="34786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8525" y="2361895"/>
              <a:ext cx="6343015" cy="3498850"/>
            </a:xfrm>
            <a:custGeom>
              <a:avLst/>
              <a:gdLst/>
              <a:ahLst/>
              <a:cxnLst/>
              <a:rect l="l" t="t" r="r" b="b"/>
              <a:pathLst>
                <a:path w="6343015" h="3498850">
                  <a:moveTo>
                    <a:pt x="0" y="3498596"/>
                  </a:moveTo>
                  <a:lnTo>
                    <a:pt x="6342761" y="3498596"/>
                  </a:lnTo>
                  <a:lnTo>
                    <a:pt x="6342761" y="0"/>
                  </a:lnTo>
                  <a:lnTo>
                    <a:pt x="0" y="0"/>
                  </a:lnTo>
                  <a:lnTo>
                    <a:pt x="0" y="3498596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0" y="5270423"/>
              <a:ext cx="6295009" cy="11684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1300" y="5265661"/>
              <a:ext cx="6304915" cy="1178560"/>
            </a:xfrm>
            <a:custGeom>
              <a:avLst/>
              <a:gdLst/>
              <a:ahLst/>
              <a:cxnLst/>
              <a:rect l="l" t="t" r="r" b="b"/>
              <a:pathLst>
                <a:path w="6304915" h="1178560">
                  <a:moveTo>
                    <a:pt x="0" y="1178001"/>
                  </a:moveTo>
                  <a:lnTo>
                    <a:pt x="6304533" y="1178001"/>
                  </a:lnTo>
                  <a:lnTo>
                    <a:pt x="6304533" y="0"/>
                  </a:lnTo>
                  <a:lnTo>
                    <a:pt x="0" y="0"/>
                  </a:lnTo>
                  <a:lnTo>
                    <a:pt x="0" y="1178001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1148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370459"/>
            <a:ext cx="11057467" cy="526246"/>
          </a:xfrm>
          <a:prstGeom prst="rect">
            <a:avLst/>
          </a:prstGeom>
        </p:spPr>
        <p:txBody>
          <a:bodyPr vert="horz" wrap="square" lIns="0" tIns="94437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</a:t>
            </a:r>
            <a:r>
              <a:rPr spc="-100" dirty="0"/>
              <a:t> </a:t>
            </a:r>
            <a:r>
              <a:rPr dirty="0"/>
              <a:t>TRIỂN</a:t>
            </a:r>
            <a:r>
              <a:rPr spc="-85" dirty="0"/>
              <a:t> </a:t>
            </a:r>
            <a:r>
              <a:rPr dirty="0"/>
              <a:t>KHAI</a:t>
            </a:r>
            <a:r>
              <a:rPr spc="40" dirty="0"/>
              <a:t> </a:t>
            </a:r>
            <a:r>
              <a:rPr spc="-10" dirty="0"/>
              <a:t>WEBSITE</a:t>
            </a:r>
            <a:r>
              <a:rPr spc="-185" dirty="0"/>
              <a:t> </a:t>
            </a:r>
            <a:r>
              <a:rPr spc="-45" dirty="0"/>
              <a:t>ASP.NET</a:t>
            </a:r>
            <a:r>
              <a:rPr spc="-30" dirty="0"/>
              <a:t> </a:t>
            </a:r>
            <a:r>
              <a:rPr spc="-25" dirty="0"/>
              <a:t>MVC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4" y="1004411"/>
            <a:ext cx="6026150" cy="9493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3.3</a:t>
            </a:r>
            <a:r>
              <a:rPr sz="2400" b="1" kern="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Hiệu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chỉnh</a:t>
            </a:r>
            <a:r>
              <a:rPr sz="2400" b="1" kern="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chuỗi</a:t>
            </a:r>
            <a:r>
              <a:rPr sz="2400" b="1" kern="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C00000"/>
                </a:solidFill>
                <a:latin typeface="Arial"/>
                <a:cs typeface="Arial"/>
              </a:rPr>
              <a:t>kết</a:t>
            </a:r>
            <a:r>
              <a:rPr sz="2400" b="1" kern="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C00000"/>
                </a:solidFill>
                <a:latin typeface="Arial"/>
                <a:cs typeface="Arial"/>
              </a:rPr>
              <a:t>nối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12420">
              <a:spcBef>
                <a:spcPts val="755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cấu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hình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đã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thay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đổi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lên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server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90011" y="2006933"/>
            <a:ext cx="4897755" cy="4405630"/>
            <a:chOff x="1866010" y="2006933"/>
            <a:chExt cx="4897755" cy="44056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2394" y="2006933"/>
              <a:ext cx="2757805" cy="149826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6010" y="3541483"/>
              <a:ext cx="4897754" cy="287083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53374" y="4446523"/>
            <a:ext cx="1761489" cy="759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spcBef>
                <a:spcPts val="110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thử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nối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39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729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7501" y="1517651"/>
            <a:ext cx="9020175" cy="2225609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192405" rIns="0" bIns="0" rtlCol="0">
            <a:spAutoFit/>
          </a:bodyPr>
          <a:lstStyle/>
          <a:p>
            <a:pPr marL="635" algn="ctr">
              <a:spcBef>
                <a:spcPts val="1515"/>
              </a:spcBef>
            </a:pPr>
            <a:r>
              <a:rPr lang="en-US" sz="6600" u="none">
                <a:solidFill>
                  <a:srgbClr val="FFFFFF"/>
                </a:solidFill>
              </a:rPr>
              <a:t>THẢO LUẬN </a:t>
            </a:r>
            <a:br>
              <a:rPr lang="en-US" sz="6600" u="none">
                <a:solidFill>
                  <a:srgbClr val="FFFFFF"/>
                </a:solidFill>
              </a:rPr>
            </a:br>
            <a:r>
              <a:rPr lang="en-US" sz="6600" u="none">
                <a:solidFill>
                  <a:srgbClr val="FFFFFF"/>
                </a:solidFill>
              </a:rPr>
              <a:t>VÀ THỰC HÀNH</a:t>
            </a:r>
            <a:endParaRPr sz="6600"/>
          </a:p>
        </p:txBody>
      </p:sp>
      <p:sp>
        <p:nvSpPr>
          <p:cNvPr id="3" name="object 3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40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25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Office PowerPoint</Application>
  <PresentationFormat>Widescreen</PresentationFormat>
  <Paragraphs>184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Calibri</vt:lpstr>
      <vt:lpstr>Calibri Light</vt:lpstr>
      <vt:lpstr>Franklin Gothic Medium</vt:lpstr>
      <vt:lpstr>Microsoft Sans Serif</vt:lpstr>
      <vt:lpstr>Times New Roman</vt:lpstr>
      <vt:lpstr>Wingdings</vt:lpstr>
      <vt:lpstr>Office Theme</vt:lpstr>
      <vt:lpstr>1_Office Theme</vt:lpstr>
      <vt:lpstr>LẬP TRÌNH WEBSITE (ASP.NET MVC)</vt:lpstr>
      <vt:lpstr>PowerPoint Presentation</vt:lpstr>
      <vt:lpstr>1. ĐĂNG KÝ WEB HOSTING MIỄN PHÍ </vt:lpstr>
      <vt:lpstr>1. ĐĂNG KÝ WEB HOSTING MIỄN PHÍ </vt:lpstr>
      <vt:lpstr>1. ĐĂNG KÝ WEB HOSTING MIỄN PHÍ </vt:lpstr>
      <vt:lpstr>1. ĐĂNG KÝ WEB HOSTING MIỄN PHÍ </vt:lpstr>
      <vt:lpstr>1. ĐĂNG KÝ WEB HOSTING MIỄN PHÍ </vt:lpstr>
      <vt:lpstr>1. ĐĂNG KÝ WEB HOSTING MIỄN PHÍ </vt:lpstr>
      <vt:lpstr>2 QUẢN LÝ HOSTING SERVER</vt:lpstr>
      <vt:lpstr>2.1 ĐĂNG NHẬP CONTROL PANEL </vt:lpstr>
      <vt:lpstr>2.2 QUẢN LÝ TÀI KHOẢN </vt:lpstr>
      <vt:lpstr>2.2 QUẢN LÝ TÀI KHOẢN </vt:lpstr>
      <vt:lpstr>2.3 QUẢN LÝ FILE </vt:lpstr>
      <vt:lpstr>2.3 QUẢN LÝ FILE </vt:lpstr>
      <vt:lpstr>2.3 QUẢN LÝ FILE </vt:lpstr>
      <vt:lpstr>2.3 QUẢN LÝ FILE </vt:lpstr>
      <vt:lpstr>2.3 QUẢN LÝ FILE </vt:lpstr>
      <vt:lpstr>2.3 QUẢN LÝ FILE </vt:lpstr>
      <vt:lpstr>2.3 QUẢN LÝ FILE </vt:lpstr>
      <vt:lpstr>2.3 QUẢN LÝ FILE </vt:lpstr>
      <vt:lpstr>2.3 QUẢN LÝ FILE </vt:lpstr>
      <vt:lpstr>2.4 QUẢN LÝ DOMAIN </vt:lpstr>
      <vt:lpstr>2.4 QUẢN LÝ DOMAIN </vt:lpstr>
      <vt:lpstr>2.4 QUẢN LÝ DOMAIN </vt:lpstr>
      <vt:lpstr>2.5. QUẢN LÝ KHÔNG GIAN LƯU TRỮ </vt:lpstr>
      <vt:lpstr>2.6. QUẢN LÝ CƠ SỞ DỮ LIỆU </vt:lpstr>
      <vt:lpstr>2.6. QUẢN LÝ CƠ SỞ DỮ LIỆU </vt:lpstr>
      <vt:lpstr>2.6. QUẢN LÝ CƠ SỞ DỮ LIỆU </vt:lpstr>
      <vt:lpstr>2.6. QUẢN LÝ CƠ SỞ DỮ LIỆU </vt:lpstr>
      <vt:lpstr>2.6. QUẢN LÝ CƠ SỞ DỮ LIỆU </vt:lpstr>
      <vt:lpstr>2.6. QUẢN LÝ CƠ SỞ DỮ LIỆU </vt:lpstr>
      <vt:lpstr>2.6. QUẢN LÝ CƠ SỞ DỮ LIỆU </vt:lpstr>
      <vt:lpstr>2.6. QUẢN LÝ CƠ SỞ DỮ LIỆU </vt:lpstr>
      <vt:lpstr>3 TRIỂN KHAI WEBSITE ASP.NET MVC </vt:lpstr>
      <vt:lpstr>3 TRIỂN KHAI WEBSITE ASP.NET MVC </vt:lpstr>
      <vt:lpstr>3 TRIỂN KHAI WEBSITE ASP.NET MVC </vt:lpstr>
      <vt:lpstr>3 TRIỂN KHAI WEBSITE ASP.NET MVC </vt:lpstr>
      <vt:lpstr>3 TRIỂN KHAI WEBSITE ASP.NET MVC </vt:lpstr>
      <vt:lpstr>3 TRIỂN KHAI WEBSITE ASP.NET MVC </vt:lpstr>
      <vt:lpstr>THẢO LUẬN  VÀ THỰC HÀNH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WEBSITE (ASP.NET MVC 5)</dc:title>
  <dc:creator>Microsoft account</dc:creator>
  <cp:lastModifiedBy>Microsoft account</cp:lastModifiedBy>
  <cp:revision>2</cp:revision>
  <dcterms:created xsi:type="dcterms:W3CDTF">2025-08-18T01:34:37Z</dcterms:created>
  <dcterms:modified xsi:type="dcterms:W3CDTF">2025-09-08T01:03:18Z</dcterms:modified>
</cp:coreProperties>
</file>