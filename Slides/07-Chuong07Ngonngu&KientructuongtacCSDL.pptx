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840B9-0F2E-4627-BD63-A49E7B99EB4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C244B-FF88-4228-AD97-18AA08BF2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91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503DF-760E-41E3-AAE1-D7EF5AE68C9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01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755B5-277E-4EF3-8951-7DE2BAB935A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58E-8C8F-4BE1-BBBC-1F3C97C5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755B5-277E-4EF3-8951-7DE2BAB935A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58E-8C8F-4BE1-BBBC-1F3C97C5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3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755B5-277E-4EF3-8951-7DE2BAB935A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58E-8C8F-4BE1-BBBC-1F3C97C5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5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755B5-277E-4EF3-8951-7DE2BAB935A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58E-8C8F-4BE1-BBBC-1F3C97C5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7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755B5-277E-4EF3-8951-7DE2BAB935A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58E-8C8F-4BE1-BBBC-1F3C97C5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38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755B5-277E-4EF3-8951-7DE2BAB935A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58E-8C8F-4BE1-BBBC-1F3C97C5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4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755B5-277E-4EF3-8951-7DE2BAB935A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58E-8C8F-4BE1-BBBC-1F3C97C5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85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755B5-277E-4EF3-8951-7DE2BAB935A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58E-8C8F-4BE1-BBBC-1F3C97C5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6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755B5-277E-4EF3-8951-7DE2BAB935A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58E-8C8F-4BE1-BBBC-1F3C97C5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11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755B5-277E-4EF3-8951-7DE2BAB935A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58E-8C8F-4BE1-BBBC-1F3C97C5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0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755B5-277E-4EF3-8951-7DE2BAB935A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58E-8C8F-4BE1-BBBC-1F3C97C5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8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3393" y="370459"/>
            <a:ext cx="683852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4E16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8E158-1EFA-4750-A348-93878E8DB1C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83820">
              <a:lnSpc>
                <a:spcPts val="1664"/>
              </a:lnSpc>
            </a:pPr>
            <a:fld id="{81D60167-4931-47E6-BA6A-407CBD079E47}" type="slidenum">
              <a:rPr lang="en-US" spc="-50" smtClean="0">
                <a:solidFill>
                  <a:prstClr val="white"/>
                </a:solidFill>
              </a:rPr>
              <a:pPr marL="83820">
                <a:lnSpc>
                  <a:spcPts val="1664"/>
                </a:lnSpc>
              </a:pPr>
              <a:t>‹#›</a:t>
            </a:fld>
            <a:endParaRPr lang="en-US"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012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4E16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E53F2-D319-450D-93F0-A1940B72DDA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83820">
              <a:lnSpc>
                <a:spcPts val="1664"/>
              </a:lnSpc>
            </a:pPr>
            <a:fld id="{81D60167-4931-47E6-BA6A-407CBD079E47}" type="slidenum">
              <a:rPr lang="en-US" spc="-50" smtClean="0">
                <a:solidFill>
                  <a:prstClr val="white"/>
                </a:solidFill>
              </a:rPr>
              <a:pPr marL="83820">
                <a:lnSpc>
                  <a:spcPts val="1664"/>
                </a:lnSpc>
              </a:pPr>
              <a:t>‹#›</a:t>
            </a:fld>
            <a:endParaRPr lang="en-US"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010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4E16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5269A-0FA5-4C4B-BEEB-43F1D887682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83820">
              <a:lnSpc>
                <a:spcPts val="1664"/>
              </a:lnSpc>
            </a:pPr>
            <a:fld id="{81D60167-4931-47E6-BA6A-407CBD079E47}" type="slidenum">
              <a:rPr lang="en-US" spc="-50" smtClean="0">
                <a:solidFill>
                  <a:prstClr val="white"/>
                </a:solidFill>
              </a:rPr>
              <a:pPr marL="83820">
                <a:lnSpc>
                  <a:spcPts val="1664"/>
                </a:lnSpc>
              </a:pPr>
              <a:t>‹#›</a:t>
            </a:fld>
            <a:endParaRPr lang="en-US"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23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4E16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B0C95-DF74-4156-B82C-CD5FB435F93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83820">
              <a:lnSpc>
                <a:spcPts val="1664"/>
              </a:lnSpc>
            </a:pPr>
            <a:fld id="{81D60167-4931-47E6-BA6A-407CBD079E47}" type="slidenum">
              <a:rPr lang="en-US" spc="-50" smtClean="0">
                <a:solidFill>
                  <a:prstClr val="white"/>
                </a:solidFill>
              </a:rPr>
              <a:pPr marL="83820">
                <a:lnSpc>
                  <a:spcPts val="1664"/>
                </a:lnSpc>
              </a:pPr>
              <a:t>‹#›</a:t>
            </a:fld>
            <a:endParaRPr lang="en-US"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153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668" y="69850"/>
            <a:ext cx="12018433" cy="6692900"/>
          </a:xfrm>
          <a:custGeom>
            <a:avLst/>
            <a:gdLst/>
            <a:ahLst/>
            <a:cxnLst/>
            <a:rect l="l" t="t" r="r" b="b"/>
            <a:pathLst>
              <a:path w="9013825" h="6692900">
                <a:moveTo>
                  <a:pt x="0" y="329946"/>
                </a:moveTo>
                <a:lnTo>
                  <a:pt x="3576" y="281184"/>
                </a:lnTo>
                <a:lnTo>
                  <a:pt x="13967" y="234645"/>
                </a:lnTo>
                <a:lnTo>
                  <a:pt x="30661" y="190840"/>
                </a:lnTo>
                <a:lnTo>
                  <a:pt x="53148" y="150277"/>
                </a:lnTo>
                <a:lnTo>
                  <a:pt x="80918" y="113468"/>
                </a:lnTo>
                <a:lnTo>
                  <a:pt x="113460" y="80923"/>
                </a:lnTo>
                <a:lnTo>
                  <a:pt x="150264" y="53151"/>
                </a:lnTo>
                <a:lnTo>
                  <a:pt x="190820" y="30662"/>
                </a:lnTo>
                <a:lnTo>
                  <a:pt x="234617" y="13967"/>
                </a:lnTo>
                <a:lnTo>
                  <a:pt x="281146" y="3576"/>
                </a:lnTo>
                <a:lnTo>
                  <a:pt x="329895" y="0"/>
                </a:lnTo>
                <a:lnTo>
                  <a:pt x="8683879" y="0"/>
                </a:lnTo>
                <a:lnTo>
                  <a:pt x="8732640" y="3576"/>
                </a:lnTo>
                <a:lnTo>
                  <a:pt x="8779179" y="13967"/>
                </a:lnTo>
                <a:lnTo>
                  <a:pt x="8822984" y="30662"/>
                </a:lnTo>
                <a:lnTo>
                  <a:pt x="8863547" y="53151"/>
                </a:lnTo>
                <a:lnTo>
                  <a:pt x="8900356" y="80923"/>
                </a:lnTo>
                <a:lnTo>
                  <a:pt x="8932901" y="113468"/>
                </a:lnTo>
                <a:lnTo>
                  <a:pt x="8960673" y="150277"/>
                </a:lnTo>
                <a:lnTo>
                  <a:pt x="8983162" y="190840"/>
                </a:lnTo>
                <a:lnTo>
                  <a:pt x="8999857" y="234645"/>
                </a:lnTo>
                <a:lnTo>
                  <a:pt x="9010248" y="281184"/>
                </a:lnTo>
                <a:lnTo>
                  <a:pt x="9013825" y="329946"/>
                </a:lnTo>
                <a:lnTo>
                  <a:pt x="9013825" y="6363004"/>
                </a:lnTo>
                <a:lnTo>
                  <a:pt x="9010248" y="6411753"/>
                </a:lnTo>
                <a:lnTo>
                  <a:pt x="8999857" y="6458282"/>
                </a:lnTo>
                <a:lnTo>
                  <a:pt x="8983162" y="6502079"/>
                </a:lnTo>
                <a:lnTo>
                  <a:pt x="8960673" y="6542635"/>
                </a:lnTo>
                <a:lnTo>
                  <a:pt x="8932901" y="6579439"/>
                </a:lnTo>
                <a:lnTo>
                  <a:pt x="8900356" y="6611981"/>
                </a:lnTo>
                <a:lnTo>
                  <a:pt x="8863547" y="6639751"/>
                </a:lnTo>
                <a:lnTo>
                  <a:pt x="8822984" y="6662238"/>
                </a:lnTo>
                <a:lnTo>
                  <a:pt x="8779179" y="6678932"/>
                </a:lnTo>
                <a:lnTo>
                  <a:pt x="8732640" y="6689323"/>
                </a:lnTo>
                <a:lnTo>
                  <a:pt x="8683879" y="6692900"/>
                </a:lnTo>
                <a:lnTo>
                  <a:pt x="329895" y="6692900"/>
                </a:lnTo>
                <a:lnTo>
                  <a:pt x="281146" y="6689323"/>
                </a:lnTo>
                <a:lnTo>
                  <a:pt x="234617" y="6678932"/>
                </a:lnTo>
                <a:lnTo>
                  <a:pt x="190820" y="6662238"/>
                </a:lnTo>
                <a:lnTo>
                  <a:pt x="150264" y="6639751"/>
                </a:lnTo>
                <a:lnTo>
                  <a:pt x="113460" y="6611981"/>
                </a:lnTo>
                <a:lnTo>
                  <a:pt x="80918" y="6579439"/>
                </a:lnTo>
                <a:lnTo>
                  <a:pt x="53148" y="6542635"/>
                </a:lnTo>
                <a:lnTo>
                  <a:pt x="30661" y="6502079"/>
                </a:lnTo>
                <a:lnTo>
                  <a:pt x="13967" y="6458282"/>
                </a:lnTo>
                <a:lnTo>
                  <a:pt x="3576" y="6411753"/>
                </a:lnTo>
                <a:lnTo>
                  <a:pt x="0" y="6363004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94733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927" y="886967"/>
            <a:ext cx="11058144" cy="10515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96901" y="6567487"/>
            <a:ext cx="11087100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3D128-3F6B-460C-8037-F184EFEF911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83820">
              <a:lnSpc>
                <a:spcPts val="1664"/>
              </a:lnSpc>
            </a:pPr>
            <a:fld id="{81D60167-4931-47E6-BA6A-407CBD079E47}" type="slidenum">
              <a:rPr lang="en-US" spc="-50" smtClean="0">
                <a:solidFill>
                  <a:prstClr val="white"/>
                </a:solidFill>
              </a:rPr>
              <a:pPr marL="83820">
                <a:lnSpc>
                  <a:spcPts val="1664"/>
                </a:lnSpc>
              </a:pPr>
              <a:t>‹#›</a:t>
            </a:fld>
            <a:endParaRPr lang="en-US"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26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755B5-277E-4EF3-8951-7DE2BAB935A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CC58E-8C8F-4BE1-BBBC-1F3C97C5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23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668" y="69850"/>
            <a:ext cx="12018433" cy="6692900"/>
          </a:xfrm>
          <a:custGeom>
            <a:avLst/>
            <a:gdLst/>
            <a:ahLst/>
            <a:cxnLst/>
            <a:rect l="l" t="t" r="r" b="b"/>
            <a:pathLst>
              <a:path w="9013825" h="6692900">
                <a:moveTo>
                  <a:pt x="0" y="329946"/>
                </a:moveTo>
                <a:lnTo>
                  <a:pt x="3576" y="281184"/>
                </a:lnTo>
                <a:lnTo>
                  <a:pt x="13967" y="234645"/>
                </a:lnTo>
                <a:lnTo>
                  <a:pt x="30661" y="190840"/>
                </a:lnTo>
                <a:lnTo>
                  <a:pt x="53148" y="150277"/>
                </a:lnTo>
                <a:lnTo>
                  <a:pt x="80918" y="113468"/>
                </a:lnTo>
                <a:lnTo>
                  <a:pt x="113460" y="80923"/>
                </a:lnTo>
                <a:lnTo>
                  <a:pt x="150264" y="53151"/>
                </a:lnTo>
                <a:lnTo>
                  <a:pt x="190820" y="30662"/>
                </a:lnTo>
                <a:lnTo>
                  <a:pt x="234617" y="13967"/>
                </a:lnTo>
                <a:lnTo>
                  <a:pt x="281146" y="3576"/>
                </a:lnTo>
                <a:lnTo>
                  <a:pt x="329895" y="0"/>
                </a:lnTo>
                <a:lnTo>
                  <a:pt x="8683879" y="0"/>
                </a:lnTo>
                <a:lnTo>
                  <a:pt x="8732640" y="3576"/>
                </a:lnTo>
                <a:lnTo>
                  <a:pt x="8779179" y="13967"/>
                </a:lnTo>
                <a:lnTo>
                  <a:pt x="8822984" y="30662"/>
                </a:lnTo>
                <a:lnTo>
                  <a:pt x="8863547" y="53151"/>
                </a:lnTo>
                <a:lnTo>
                  <a:pt x="8900356" y="80923"/>
                </a:lnTo>
                <a:lnTo>
                  <a:pt x="8932901" y="113468"/>
                </a:lnTo>
                <a:lnTo>
                  <a:pt x="8960673" y="150277"/>
                </a:lnTo>
                <a:lnTo>
                  <a:pt x="8983162" y="190840"/>
                </a:lnTo>
                <a:lnTo>
                  <a:pt x="8999857" y="234645"/>
                </a:lnTo>
                <a:lnTo>
                  <a:pt x="9010248" y="281184"/>
                </a:lnTo>
                <a:lnTo>
                  <a:pt x="9013825" y="329946"/>
                </a:lnTo>
                <a:lnTo>
                  <a:pt x="9013825" y="6363004"/>
                </a:lnTo>
                <a:lnTo>
                  <a:pt x="9010248" y="6411753"/>
                </a:lnTo>
                <a:lnTo>
                  <a:pt x="8999857" y="6458282"/>
                </a:lnTo>
                <a:lnTo>
                  <a:pt x="8983162" y="6502079"/>
                </a:lnTo>
                <a:lnTo>
                  <a:pt x="8960673" y="6542635"/>
                </a:lnTo>
                <a:lnTo>
                  <a:pt x="8932901" y="6579439"/>
                </a:lnTo>
                <a:lnTo>
                  <a:pt x="8900356" y="6611981"/>
                </a:lnTo>
                <a:lnTo>
                  <a:pt x="8863547" y="6639751"/>
                </a:lnTo>
                <a:lnTo>
                  <a:pt x="8822984" y="6662238"/>
                </a:lnTo>
                <a:lnTo>
                  <a:pt x="8779179" y="6678932"/>
                </a:lnTo>
                <a:lnTo>
                  <a:pt x="8732640" y="6689323"/>
                </a:lnTo>
                <a:lnTo>
                  <a:pt x="8683879" y="6692900"/>
                </a:lnTo>
                <a:lnTo>
                  <a:pt x="329895" y="6692900"/>
                </a:lnTo>
                <a:lnTo>
                  <a:pt x="281146" y="6689323"/>
                </a:lnTo>
                <a:lnTo>
                  <a:pt x="234617" y="6678932"/>
                </a:lnTo>
                <a:lnTo>
                  <a:pt x="190820" y="6662238"/>
                </a:lnTo>
                <a:lnTo>
                  <a:pt x="150264" y="6639751"/>
                </a:lnTo>
                <a:lnTo>
                  <a:pt x="113460" y="6611981"/>
                </a:lnTo>
                <a:lnTo>
                  <a:pt x="80918" y="6579439"/>
                </a:lnTo>
                <a:lnTo>
                  <a:pt x="53148" y="6542635"/>
                </a:lnTo>
                <a:lnTo>
                  <a:pt x="30661" y="6502079"/>
                </a:lnTo>
                <a:lnTo>
                  <a:pt x="13967" y="6458282"/>
                </a:lnTo>
                <a:lnTo>
                  <a:pt x="3576" y="6411753"/>
                </a:lnTo>
                <a:lnTo>
                  <a:pt x="0" y="6363004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94733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6927" y="886967"/>
            <a:ext cx="11058144" cy="10515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09600" y="914400"/>
            <a:ext cx="109728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38100">
            <a:solidFill>
              <a:srgbClr val="D24717"/>
            </a:solidFill>
          </a:ln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596901" y="6567487"/>
            <a:ext cx="11087100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3392" y="370459"/>
            <a:ext cx="828717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4E16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52557" y="6600175"/>
            <a:ext cx="1658619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kern="0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2AB31-C378-4043-82DB-8CF5F16DB36B}" type="datetime1">
              <a:rPr lang="en-US" kern="0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19024" y="6334103"/>
            <a:ext cx="362373" cy="218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83820">
              <a:lnSpc>
                <a:spcPts val="1664"/>
              </a:lnSpc>
            </a:pPr>
            <a:fld id="{81D60167-4931-47E6-BA6A-407CBD079E47}" type="slidenum">
              <a:rPr lang="en-US" kern="0" spc="-50" smtClean="0">
                <a:solidFill>
                  <a:prstClr val="white"/>
                </a:solidFill>
              </a:rPr>
              <a:pPr marL="83820">
                <a:lnSpc>
                  <a:spcPts val="1664"/>
                </a:lnSpc>
              </a:pPr>
              <a:t>‹#›</a:t>
            </a:fld>
            <a:endParaRPr lang="en-US" kern="0"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45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ayphet.net/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675"/>
            <a:ext cx="12192000" cy="6697980"/>
            <a:chOff x="61912" y="66675"/>
            <a:chExt cx="9022080" cy="669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7" y="69850"/>
              <a:ext cx="9013888" cy="66913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087" y="69850"/>
              <a:ext cx="9014460" cy="6691630"/>
            </a:xfrm>
            <a:custGeom>
              <a:avLst/>
              <a:gdLst/>
              <a:ahLst/>
              <a:cxnLst/>
              <a:rect l="l" t="t" r="r" b="b"/>
              <a:pathLst>
                <a:path w="9014460" h="6691630">
                  <a:moveTo>
                    <a:pt x="0" y="329819"/>
                  </a:moveTo>
                  <a:lnTo>
                    <a:pt x="3576" y="281088"/>
                  </a:lnTo>
                  <a:lnTo>
                    <a:pt x="13964" y="234576"/>
                  </a:lnTo>
                  <a:lnTo>
                    <a:pt x="30653" y="190791"/>
                  </a:lnTo>
                  <a:lnTo>
                    <a:pt x="53135" y="150245"/>
                  </a:lnTo>
                  <a:lnTo>
                    <a:pt x="80898" y="113448"/>
                  </a:lnTo>
                  <a:lnTo>
                    <a:pt x="113432" y="80911"/>
                  </a:lnTo>
                  <a:lnTo>
                    <a:pt x="150228" y="53144"/>
                  </a:lnTo>
                  <a:lnTo>
                    <a:pt x="190774" y="30660"/>
                  </a:lnTo>
                  <a:lnTo>
                    <a:pt x="234562" y="13967"/>
                  </a:lnTo>
                  <a:lnTo>
                    <a:pt x="281080" y="3576"/>
                  </a:lnTo>
                  <a:lnTo>
                    <a:pt x="329819" y="0"/>
                  </a:lnTo>
                  <a:lnTo>
                    <a:pt x="8684069" y="0"/>
                  </a:lnTo>
                  <a:lnTo>
                    <a:pt x="8732799" y="3576"/>
                  </a:lnTo>
                  <a:lnTo>
                    <a:pt x="8779312" y="13967"/>
                  </a:lnTo>
                  <a:lnTo>
                    <a:pt x="8823097" y="30660"/>
                  </a:lnTo>
                  <a:lnTo>
                    <a:pt x="8863643" y="53144"/>
                  </a:lnTo>
                  <a:lnTo>
                    <a:pt x="8900440" y="80911"/>
                  </a:lnTo>
                  <a:lnTo>
                    <a:pt x="8932977" y="113448"/>
                  </a:lnTo>
                  <a:lnTo>
                    <a:pt x="8960743" y="150245"/>
                  </a:lnTo>
                  <a:lnTo>
                    <a:pt x="8983228" y="190791"/>
                  </a:lnTo>
                  <a:lnTo>
                    <a:pt x="8999921" y="234576"/>
                  </a:lnTo>
                  <a:lnTo>
                    <a:pt x="9010311" y="281088"/>
                  </a:lnTo>
                  <a:lnTo>
                    <a:pt x="9013888" y="329819"/>
                  </a:lnTo>
                  <a:lnTo>
                    <a:pt x="9013888" y="6361493"/>
                  </a:lnTo>
                  <a:lnTo>
                    <a:pt x="9010311" y="6410232"/>
                  </a:lnTo>
                  <a:lnTo>
                    <a:pt x="8999921" y="6456750"/>
                  </a:lnTo>
                  <a:lnTo>
                    <a:pt x="8983228" y="6500538"/>
                  </a:lnTo>
                  <a:lnTo>
                    <a:pt x="8960743" y="6541084"/>
                  </a:lnTo>
                  <a:lnTo>
                    <a:pt x="8932977" y="6577880"/>
                  </a:lnTo>
                  <a:lnTo>
                    <a:pt x="8900440" y="6610414"/>
                  </a:lnTo>
                  <a:lnTo>
                    <a:pt x="8863643" y="6638178"/>
                  </a:lnTo>
                  <a:lnTo>
                    <a:pt x="8823097" y="6660659"/>
                  </a:lnTo>
                  <a:lnTo>
                    <a:pt x="8779312" y="6677349"/>
                  </a:lnTo>
                  <a:lnTo>
                    <a:pt x="8732799" y="6687737"/>
                  </a:lnTo>
                  <a:lnTo>
                    <a:pt x="8684069" y="6691313"/>
                  </a:lnTo>
                  <a:lnTo>
                    <a:pt x="329819" y="6691313"/>
                  </a:lnTo>
                  <a:lnTo>
                    <a:pt x="281080" y="6687737"/>
                  </a:lnTo>
                  <a:lnTo>
                    <a:pt x="234562" y="6677349"/>
                  </a:lnTo>
                  <a:lnTo>
                    <a:pt x="190774" y="6660659"/>
                  </a:lnTo>
                  <a:lnTo>
                    <a:pt x="150228" y="6638178"/>
                  </a:lnTo>
                  <a:lnTo>
                    <a:pt x="113432" y="6610414"/>
                  </a:lnTo>
                  <a:lnTo>
                    <a:pt x="80898" y="6577880"/>
                  </a:lnTo>
                  <a:lnTo>
                    <a:pt x="53135" y="6541084"/>
                  </a:lnTo>
                  <a:lnTo>
                    <a:pt x="30653" y="6500538"/>
                  </a:lnTo>
                  <a:lnTo>
                    <a:pt x="13964" y="6456750"/>
                  </a:lnTo>
                  <a:lnTo>
                    <a:pt x="3576" y="6410232"/>
                  </a:lnTo>
                  <a:lnTo>
                    <a:pt x="0" y="6361493"/>
                  </a:lnTo>
                  <a:lnTo>
                    <a:pt x="0" y="3298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1397000"/>
              <a:ext cx="9020175" cy="120650"/>
            </a:xfrm>
            <a:custGeom>
              <a:avLst/>
              <a:gdLst/>
              <a:ahLst/>
              <a:cxnLst/>
              <a:rect l="l" t="t" r="r" b="b"/>
              <a:pathLst>
                <a:path w="9020175" h="120650">
                  <a:moveTo>
                    <a:pt x="9020175" y="0"/>
                  </a:moveTo>
                  <a:lnTo>
                    <a:pt x="0" y="0"/>
                  </a:lnTo>
                  <a:lnTo>
                    <a:pt x="0" y="120650"/>
                  </a:lnTo>
                  <a:lnTo>
                    <a:pt x="9020175" y="120650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3500" y="2976626"/>
              <a:ext cx="9020175" cy="111125"/>
            </a:xfrm>
            <a:custGeom>
              <a:avLst/>
              <a:gdLst/>
              <a:ahLst/>
              <a:cxnLst/>
              <a:rect l="l" t="t" r="r" b="b"/>
              <a:pathLst>
                <a:path w="9020175" h="111125">
                  <a:moveTo>
                    <a:pt x="9020175" y="0"/>
                  </a:moveTo>
                  <a:lnTo>
                    <a:pt x="0" y="0"/>
                  </a:lnTo>
                  <a:lnTo>
                    <a:pt x="0" y="111125"/>
                  </a:lnTo>
                  <a:lnTo>
                    <a:pt x="9020175" y="111125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6050" y="6210300"/>
              <a:ext cx="8616950" cy="552450"/>
            </a:xfrm>
            <a:custGeom>
              <a:avLst/>
              <a:gdLst/>
              <a:ahLst/>
              <a:cxnLst/>
              <a:rect l="l" t="t" r="r" b="b"/>
              <a:pathLst>
                <a:path w="8616950" h="552450">
                  <a:moveTo>
                    <a:pt x="3043301" y="552450"/>
                  </a:moveTo>
                  <a:lnTo>
                    <a:pt x="3036938" y="501815"/>
                  </a:lnTo>
                  <a:lnTo>
                    <a:pt x="3019018" y="456311"/>
                  </a:lnTo>
                  <a:lnTo>
                    <a:pt x="2991205" y="417753"/>
                  </a:lnTo>
                  <a:lnTo>
                    <a:pt x="2955226" y="387959"/>
                  </a:lnTo>
                  <a:lnTo>
                    <a:pt x="2912757" y="368757"/>
                  </a:lnTo>
                  <a:lnTo>
                    <a:pt x="2865501" y="361950"/>
                  </a:lnTo>
                  <a:lnTo>
                    <a:pt x="479425" y="361950"/>
                  </a:lnTo>
                  <a:lnTo>
                    <a:pt x="432155" y="368757"/>
                  </a:lnTo>
                  <a:lnTo>
                    <a:pt x="393573" y="386207"/>
                  </a:lnTo>
                  <a:lnTo>
                    <a:pt x="418147" y="356412"/>
                  </a:lnTo>
                  <a:lnTo>
                    <a:pt x="439229" y="317588"/>
                  </a:lnTo>
                  <a:lnTo>
                    <a:pt x="452551" y="274675"/>
                  </a:lnTo>
                  <a:lnTo>
                    <a:pt x="457200" y="228600"/>
                  </a:lnTo>
                  <a:lnTo>
                    <a:pt x="452551" y="182537"/>
                  </a:lnTo>
                  <a:lnTo>
                    <a:pt x="439229" y="139623"/>
                  </a:lnTo>
                  <a:lnTo>
                    <a:pt x="418147" y="100799"/>
                  </a:lnTo>
                  <a:lnTo>
                    <a:pt x="390232" y="66967"/>
                  </a:lnTo>
                  <a:lnTo>
                    <a:pt x="356400" y="39052"/>
                  </a:lnTo>
                  <a:lnTo>
                    <a:pt x="317576" y="17970"/>
                  </a:lnTo>
                  <a:lnTo>
                    <a:pt x="274662" y="4648"/>
                  </a:lnTo>
                  <a:lnTo>
                    <a:pt x="228600" y="0"/>
                  </a:lnTo>
                  <a:lnTo>
                    <a:pt x="182524" y="4648"/>
                  </a:lnTo>
                  <a:lnTo>
                    <a:pt x="139611" y="17970"/>
                  </a:lnTo>
                  <a:lnTo>
                    <a:pt x="100787" y="39052"/>
                  </a:lnTo>
                  <a:lnTo>
                    <a:pt x="66954" y="66967"/>
                  </a:lnTo>
                  <a:lnTo>
                    <a:pt x="39039" y="100799"/>
                  </a:lnTo>
                  <a:lnTo>
                    <a:pt x="17957" y="139623"/>
                  </a:lnTo>
                  <a:lnTo>
                    <a:pt x="4635" y="182537"/>
                  </a:lnTo>
                  <a:lnTo>
                    <a:pt x="0" y="228600"/>
                  </a:lnTo>
                  <a:lnTo>
                    <a:pt x="4635" y="274675"/>
                  </a:lnTo>
                  <a:lnTo>
                    <a:pt x="17957" y="317588"/>
                  </a:lnTo>
                  <a:lnTo>
                    <a:pt x="39039" y="356412"/>
                  </a:lnTo>
                  <a:lnTo>
                    <a:pt x="66954" y="390245"/>
                  </a:lnTo>
                  <a:lnTo>
                    <a:pt x="100787" y="418160"/>
                  </a:lnTo>
                  <a:lnTo>
                    <a:pt x="139611" y="439242"/>
                  </a:lnTo>
                  <a:lnTo>
                    <a:pt x="182524" y="452564"/>
                  </a:lnTo>
                  <a:lnTo>
                    <a:pt x="228600" y="457200"/>
                  </a:lnTo>
                  <a:lnTo>
                    <a:pt x="274662" y="452564"/>
                  </a:lnTo>
                  <a:lnTo>
                    <a:pt x="317576" y="439242"/>
                  </a:lnTo>
                  <a:lnTo>
                    <a:pt x="351472" y="420839"/>
                  </a:lnTo>
                  <a:lnTo>
                    <a:pt x="325894" y="456311"/>
                  </a:lnTo>
                  <a:lnTo>
                    <a:pt x="307975" y="501815"/>
                  </a:lnTo>
                  <a:lnTo>
                    <a:pt x="301625" y="552450"/>
                  </a:lnTo>
                  <a:lnTo>
                    <a:pt x="3043301" y="552450"/>
                  </a:lnTo>
                  <a:close/>
                </a:path>
                <a:path w="8616950" h="552450">
                  <a:moveTo>
                    <a:pt x="8616950" y="547700"/>
                  </a:moveTo>
                  <a:lnTo>
                    <a:pt x="8610587" y="497052"/>
                  </a:lnTo>
                  <a:lnTo>
                    <a:pt x="8592668" y="451548"/>
                  </a:lnTo>
                  <a:lnTo>
                    <a:pt x="8564855" y="412991"/>
                  </a:lnTo>
                  <a:lnTo>
                    <a:pt x="8528875" y="383209"/>
                  </a:lnTo>
                  <a:lnTo>
                    <a:pt x="8486407" y="363994"/>
                  </a:lnTo>
                  <a:lnTo>
                    <a:pt x="8439150" y="357187"/>
                  </a:lnTo>
                  <a:lnTo>
                    <a:pt x="6051550" y="357187"/>
                  </a:lnTo>
                  <a:lnTo>
                    <a:pt x="6004280" y="363994"/>
                  </a:lnTo>
                  <a:lnTo>
                    <a:pt x="5961812" y="383209"/>
                  </a:lnTo>
                  <a:lnTo>
                    <a:pt x="5925832" y="412991"/>
                  </a:lnTo>
                  <a:lnTo>
                    <a:pt x="5898019" y="451548"/>
                  </a:lnTo>
                  <a:lnTo>
                    <a:pt x="5880100" y="497052"/>
                  </a:lnTo>
                  <a:lnTo>
                    <a:pt x="5873750" y="547700"/>
                  </a:lnTo>
                  <a:lnTo>
                    <a:pt x="8616950" y="54770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87501" y="1517650"/>
            <a:ext cx="9020175" cy="1239442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8255" rIns="0" bIns="0" rtlCol="0">
            <a:spAutoFit/>
          </a:bodyPr>
          <a:lstStyle/>
          <a:p>
            <a:pPr marL="2425065" marR="1931035" indent="-489584">
              <a:spcBef>
                <a:spcPts val="65"/>
              </a:spcBef>
            </a:pPr>
            <a:r>
              <a:rPr sz="4000" dirty="0">
                <a:solidFill>
                  <a:srgbClr val="FFFFFF"/>
                </a:solidFill>
              </a:rPr>
              <a:t>LẬP</a:t>
            </a:r>
            <a:r>
              <a:rPr sz="4000" spc="-11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TRÌNH</a:t>
            </a:r>
            <a:r>
              <a:rPr sz="4000" spc="-85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WEBSITE </a:t>
            </a:r>
            <a:r>
              <a:rPr sz="4000" spc="40" dirty="0">
                <a:solidFill>
                  <a:srgbClr val="FFFFFF"/>
                </a:solidFill>
              </a:rPr>
              <a:t>(</a:t>
            </a:r>
            <a:r>
              <a:rPr sz="4000" spc="-80">
                <a:solidFill>
                  <a:srgbClr val="FFFFFF"/>
                </a:solidFill>
              </a:rPr>
              <a:t>A</a:t>
            </a:r>
            <a:r>
              <a:rPr sz="4000" spc="40">
                <a:solidFill>
                  <a:srgbClr val="FFFFFF"/>
                </a:solidFill>
              </a:rPr>
              <a:t>S</a:t>
            </a:r>
            <a:r>
              <a:rPr sz="4000" spc="-475">
                <a:solidFill>
                  <a:srgbClr val="FFFFFF"/>
                </a:solidFill>
              </a:rPr>
              <a:t>P</a:t>
            </a:r>
            <a:r>
              <a:rPr sz="4000" spc="40">
                <a:solidFill>
                  <a:srgbClr val="FFFFFF"/>
                </a:solidFill>
              </a:rPr>
              <a:t>.NET</a:t>
            </a:r>
            <a:r>
              <a:rPr sz="4000" spc="-75">
                <a:solidFill>
                  <a:srgbClr val="FFFFFF"/>
                </a:solidFill>
              </a:rPr>
              <a:t> </a:t>
            </a:r>
            <a:r>
              <a:rPr lang="en-US" sz="4000" smtClean="0">
                <a:solidFill>
                  <a:srgbClr val="FFFFFF"/>
                </a:solidFill>
              </a:rPr>
              <a:t>MVC</a:t>
            </a:r>
            <a:r>
              <a:rPr sz="4000" spc="-25" smtClean="0">
                <a:solidFill>
                  <a:srgbClr val="FFFFFF"/>
                </a:solidFill>
              </a:rPr>
              <a:t>)</a:t>
            </a:r>
            <a:endParaRPr sz="4000"/>
          </a:p>
        </p:txBody>
      </p:sp>
      <p:sp>
        <p:nvSpPr>
          <p:cNvPr id="9" name="object 9"/>
          <p:cNvSpPr txBox="1"/>
          <p:nvPr/>
        </p:nvSpPr>
        <p:spPr>
          <a:xfrm>
            <a:off x="1602739" y="2993688"/>
            <a:ext cx="8967470" cy="1375377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spcBef>
                <a:spcPts val="565"/>
              </a:spcBef>
            </a:pPr>
            <a:r>
              <a:rPr sz="2400" b="1" kern="0" spc="-10">
                <a:solidFill>
                  <a:srgbClr val="FF0000"/>
                </a:solidFill>
                <a:latin typeface="Arial"/>
                <a:cs typeface="Arial"/>
              </a:rPr>
              <a:t>CH</a:t>
            </a:r>
            <a:r>
              <a:rPr lang="vi-VN" sz="2400" b="1" kern="0" spc="-10">
                <a:solidFill>
                  <a:srgbClr val="FF0000"/>
                </a:solidFill>
                <a:cs typeface="Arial"/>
              </a:rPr>
              <a:t>ƯƠ</a:t>
            </a:r>
            <a:r>
              <a:rPr sz="2400" b="1" kern="0" spc="-10">
                <a:solidFill>
                  <a:srgbClr val="FF0000"/>
                </a:solidFill>
                <a:latin typeface="Arial"/>
                <a:cs typeface="Arial"/>
              </a:rPr>
              <a:t>NG</a:t>
            </a:r>
            <a:r>
              <a:rPr sz="2400" b="1" kern="0" spc="-1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400" b="1" kern="0" spc="-25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r>
              <a:rPr sz="2400" b="1" kern="0" spc="-25" smtClean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71195">
              <a:spcBef>
                <a:spcPts val="550"/>
              </a:spcBef>
            </a:pPr>
            <a:r>
              <a:rPr sz="3000" b="1" kern="0" dirty="0">
                <a:solidFill>
                  <a:srgbClr val="FF0000"/>
                </a:solidFill>
                <a:latin typeface="Arial"/>
                <a:cs typeface="Arial"/>
              </a:rPr>
              <a:t>NGÔN</a:t>
            </a:r>
            <a:r>
              <a:rPr sz="3000" b="1" kern="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 kern="0" dirty="0">
                <a:solidFill>
                  <a:srgbClr val="FF0000"/>
                </a:solidFill>
                <a:latin typeface="Arial"/>
                <a:cs typeface="Arial"/>
              </a:rPr>
              <a:t>NGỮ</a:t>
            </a:r>
            <a:r>
              <a:rPr sz="3000" b="1" kern="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 kern="0" dirty="0">
                <a:solidFill>
                  <a:srgbClr val="FF0000"/>
                </a:solidFill>
                <a:latin typeface="Arial"/>
                <a:cs typeface="Arial"/>
              </a:rPr>
              <a:t>&amp;</a:t>
            </a:r>
            <a:r>
              <a:rPr sz="3000" b="1" kern="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 kern="0" dirty="0">
                <a:solidFill>
                  <a:srgbClr val="FF0000"/>
                </a:solidFill>
                <a:latin typeface="Arial"/>
                <a:cs typeface="Arial"/>
              </a:rPr>
              <a:t>KIẾN</a:t>
            </a:r>
            <a:r>
              <a:rPr sz="3000" b="1" kern="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 kern="0">
                <a:solidFill>
                  <a:srgbClr val="FF0000"/>
                </a:solidFill>
                <a:latin typeface="Arial"/>
                <a:cs typeface="Arial"/>
              </a:rPr>
              <a:t>TRÚC</a:t>
            </a:r>
            <a:r>
              <a:rPr sz="3000" b="1" kern="0" spc="-7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 kern="0" spc="-2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lang="vi-VN" sz="3000" b="1" kern="0" spc="-20">
                <a:solidFill>
                  <a:srgbClr val="FF0000"/>
                </a:solidFill>
                <a:cs typeface="Arial"/>
              </a:rPr>
              <a:t>ƯƠ</a:t>
            </a:r>
            <a:r>
              <a:rPr sz="3000" b="1" kern="0" spc="-20">
                <a:solidFill>
                  <a:srgbClr val="FF0000"/>
                </a:solidFill>
                <a:latin typeface="Arial"/>
                <a:cs typeface="Arial"/>
              </a:rPr>
              <a:t>NG</a:t>
            </a:r>
            <a:r>
              <a:rPr sz="3000" b="1" kern="0" spc="-10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 kern="0" dirty="0">
                <a:solidFill>
                  <a:srgbClr val="FF0000"/>
                </a:solidFill>
                <a:latin typeface="Arial"/>
                <a:cs typeface="Arial"/>
              </a:rPr>
              <a:t>TÁC</a:t>
            </a:r>
            <a:r>
              <a:rPr sz="3000" b="1" kern="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b="1" kern="0" spc="-20" dirty="0">
                <a:solidFill>
                  <a:srgbClr val="FF0000"/>
                </a:solidFill>
                <a:latin typeface="Arial"/>
                <a:cs typeface="Arial"/>
              </a:rPr>
              <a:t>CSDL</a:t>
            </a:r>
            <a:endParaRPr sz="30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7145" algn="ctr">
              <a:spcBef>
                <a:spcPts val="175"/>
              </a:spcBef>
            </a:pPr>
            <a:r>
              <a:rPr sz="2400" b="1" kern="0" dirty="0">
                <a:solidFill>
                  <a:srgbClr val="FF0000"/>
                </a:solidFill>
                <a:latin typeface="Arial"/>
                <a:cs typeface="Arial"/>
              </a:rPr>
              <a:t>(LINQ</a:t>
            </a:r>
            <a:r>
              <a:rPr sz="2400" b="1" kern="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b="1" kern="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FF0000"/>
                </a:solidFill>
                <a:latin typeface="Arial"/>
                <a:cs typeface="Arial"/>
              </a:rPr>
              <a:t>SQL</a:t>
            </a:r>
            <a:r>
              <a:rPr sz="2400" b="1" kern="0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2400" b="1" kern="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FF0000"/>
                </a:solidFill>
                <a:latin typeface="Arial"/>
                <a:cs typeface="Arial"/>
              </a:rPr>
              <a:t>ENTITY</a:t>
            </a:r>
            <a:r>
              <a:rPr sz="2400" b="1" kern="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kern="0" spc="-10">
                <a:solidFill>
                  <a:srgbClr val="FF0000"/>
                </a:solidFill>
                <a:latin typeface="Arial"/>
                <a:cs typeface="Arial"/>
              </a:rPr>
              <a:t>FRAMEWORK)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54851" y="795528"/>
            <a:ext cx="3977640" cy="132587"/>
            <a:chOff x="4530851" y="795527"/>
            <a:chExt cx="3977640" cy="132587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0851" y="795527"/>
              <a:ext cx="3977640" cy="13258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75175" y="836676"/>
              <a:ext cx="3889375" cy="1905"/>
            </a:xfrm>
            <a:custGeom>
              <a:avLst/>
              <a:gdLst/>
              <a:ahLst/>
              <a:cxnLst/>
              <a:rect l="l" t="t" r="r" b="b"/>
              <a:pathLst>
                <a:path w="3889375" h="1905">
                  <a:moveTo>
                    <a:pt x="0" y="0"/>
                  </a:moveTo>
                  <a:lnTo>
                    <a:pt x="3889375" y="1524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664"/>
              </a:lnSpc>
            </a:pPr>
            <a:fld id="{81D60167-4931-47E6-BA6A-407CBD079E47}" type="slidenum">
              <a:rPr spc="-50" dirty="0">
                <a:solidFill>
                  <a:prstClr val="white"/>
                </a:solidFill>
              </a:rPr>
              <a:pPr marL="83820">
                <a:lnSpc>
                  <a:spcPts val="1664"/>
                </a:lnSpc>
              </a:pPr>
              <a:t>1</a:t>
            </a:fld>
            <a:endParaRPr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864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9450" y="450926"/>
            <a:ext cx="8293100" cy="198131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sz="2800" b="1" u="sng" kern="0" spc="-434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kern="0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NỘI</a:t>
            </a:r>
            <a:r>
              <a:rPr sz="2800" b="1" u="sng" kern="0" spc="-25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kern="0" spc="-20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DUNG</a:t>
            </a:r>
            <a:r>
              <a:rPr sz="2800" b="1" u="sng" kern="0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	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>
              <a:spcBef>
                <a:spcPts val="155"/>
              </a:spcBef>
            </a:pP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59180" indent="-516890">
              <a:buFontTx/>
              <a:buAutoNum type="arabicPeriod"/>
              <a:tabLst>
                <a:tab pos="1059180" algn="l"/>
              </a:tabLst>
            </a:pPr>
            <a:r>
              <a:rPr sz="2800" b="1" u="sng" kern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2800" b="1" kern="0">
                <a:solidFill>
                  <a:sysClr val="windowText" lastClr="000000"/>
                </a:solidFill>
                <a:latin typeface="Arial"/>
                <a:cs typeface="Arial"/>
              </a:rPr>
              <a:t>ntity</a:t>
            </a:r>
            <a:r>
              <a:rPr sz="2800" b="1" kern="0" spc="-55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800" b="1" u="sng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F</a:t>
            </a:r>
            <a:r>
              <a:rPr sz="2800" b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ramework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59180" indent="-516890">
              <a:spcBef>
                <a:spcPts val="1685"/>
              </a:spcBef>
              <a:buFontTx/>
              <a:buAutoNum type="arabicPeriod"/>
              <a:tabLst>
                <a:tab pos="1059180" algn="l"/>
              </a:tabLst>
            </a:pPr>
            <a:r>
              <a:rPr sz="28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LinQ</a:t>
            </a:r>
            <a:r>
              <a:rPr sz="2800" b="1" kern="0" spc="-8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800" b="1" kern="0" spc="-75" dirty="0">
                <a:solidFill>
                  <a:sysClr val="windowText" lastClr="000000"/>
                </a:solidFill>
                <a:latin typeface="Arial"/>
                <a:cs typeface="Arial"/>
              </a:rPr>
              <a:t>To</a:t>
            </a:r>
            <a:r>
              <a:rPr sz="2800" b="1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SQL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664"/>
              </a:lnSpc>
            </a:pPr>
            <a:fld id="{81D60167-4931-47E6-BA6A-407CBD079E47}" type="slidenum">
              <a:rPr spc="-50" dirty="0">
                <a:solidFill>
                  <a:prstClr val="white"/>
                </a:solidFill>
              </a:rPr>
              <a:pPr marL="83820">
                <a:lnSpc>
                  <a:spcPts val="1664"/>
                </a:lnSpc>
              </a:pPr>
              <a:t>2</a:t>
            </a:fld>
            <a:endParaRPr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4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4045" y="370459"/>
            <a:ext cx="427799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528955" algn="l"/>
              </a:tabLst>
            </a:pPr>
            <a:r>
              <a:rPr spc="-25" dirty="0">
                <a:solidFill>
                  <a:srgbClr val="C00000"/>
                </a:solidFill>
              </a:rPr>
              <a:t>1.</a:t>
            </a:r>
            <a:r>
              <a:rPr dirty="0">
                <a:solidFill>
                  <a:srgbClr val="C00000"/>
                </a:solidFill>
              </a:rPr>
              <a:t>	ENTITY</a:t>
            </a:r>
            <a:r>
              <a:rPr spc="-100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FRAMEWORK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3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42819" y="1100378"/>
            <a:ext cx="4893310" cy="496697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605790" lvl="1" indent="-593090">
              <a:spcBef>
                <a:spcPts val="1540"/>
              </a:spcBef>
              <a:buFontTx/>
              <a:buAutoNum type="arabicPeriod"/>
              <a:tabLst>
                <a:tab pos="605790" algn="l"/>
              </a:tabLst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Kiến</a:t>
            </a:r>
            <a:r>
              <a:rPr sz="2400" b="1" kern="0" spc="-7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trúc</a:t>
            </a:r>
            <a:r>
              <a:rPr sz="2400" b="1" kern="0" spc="-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tổ</a:t>
            </a:r>
            <a:r>
              <a:rPr sz="2400" b="1" kern="0" spc="-3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chức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05790" lvl="1" indent="-593090">
              <a:spcBef>
                <a:spcPts val="1445"/>
              </a:spcBef>
              <a:buFontTx/>
              <a:buAutoNum type="arabicPeriod"/>
              <a:tabLst>
                <a:tab pos="605790" algn="l"/>
              </a:tabLst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Các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mô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hình</a:t>
            </a:r>
            <a:r>
              <a:rPr sz="2400" b="1" kern="0" spc="-4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lập</a:t>
            </a:r>
            <a:r>
              <a:rPr sz="2400" b="1" kern="0" spc="-5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trình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04520" lvl="1" indent="-591820">
              <a:spcBef>
                <a:spcPts val="1445"/>
              </a:spcBef>
              <a:buFontTx/>
              <a:buAutoNum type="arabicPeriod"/>
              <a:tabLst>
                <a:tab pos="604520" algn="l"/>
              </a:tabLst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Mô</a:t>
            </a:r>
            <a:r>
              <a:rPr sz="2400" b="1" kern="0" spc="-10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hình</a:t>
            </a:r>
            <a:r>
              <a:rPr sz="2400" b="1" kern="0" spc="-5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Database </a:t>
            </a: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First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04520" lvl="1" indent="-591820">
              <a:spcBef>
                <a:spcPts val="1440"/>
              </a:spcBef>
              <a:buFontTx/>
              <a:buAutoNum type="arabicPeriod"/>
              <a:tabLst>
                <a:tab pos="604520" algn="l"/>
              </a:tabLst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EF</a:t>
            </a:r>
            <a:r>
              <a:rPr sz="2400" b="1" kern="0" spc="-12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API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04520" lvl="1" indent="-591820">
              <a:spcBef>
                <a:spcPts val="1445"/>
              </a:spcBef>
              <a:buFontTx/>
              <a:buAutoNum type="arabicPeriod"/>
              <a:tabLst>
                <a:tab pos="604520" algn="l"/>
              </a:tabLst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Mô</a:t>
            </a:r>
            <a:r>
              <a:rPr sz="2400" b="1" kern="0" spc="-8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hình</a:t>
            </a:r>
            <a:r>
              <a:rPr sz="2400" b="1" kern="0" spc="-4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Code</a:t>
            </a:r>
            <a:r>
              <a:rPr sz="2400" b="1" kern="0" spc="-1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First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812165" lvl="2" indent="-342265">
              <a:spcBef>
                <a:spcPts val="1440"/>
              </a:spcBef>
              <a:buFont typeface="Wingdings"/>
              <a:buChar char=""/>
              <a:tabLst>
                <a:tab pos="812165" algn="l"/>
              </a:tabLst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Xây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dựng</a:t>
            </a:r>
            <a:r>
              <a:rPr sz="2400" b="1" kern="0" spc="-4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Entity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812165" lvl="2" indent="-342265">
              <a:spcBef>
                <a:spcPts val="1445"/>
              </a:spcBef>
              <a:buFont typeface="Wingdings"/>
              <a:buChar char=""/>
              <a:tabLst>
                <a:tab pos="812165" algn="l"/>
              </a:tabLst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Xây</a:t>
            </a:r>
            <a:r>
              <a:rPr sz="2400" b="1" kern="0" spc="-6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dựng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Database</a:t>
            </a: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 Context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812165" lvl="2" indent="-342265">
              <a:spcBef>
                <a:spcPts val="1445"/>
              </a:spcBef>
              <a:buFont typeface="Wingdings"/>
              <a:buChar char=""/>
              <a:tabLst>
                <a:tab pos="812165" algn="l"/>
              </a:tabLst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Khởi</a:t>
            </a:r>
            <a:r>
              <a:rPr sz="2400" b="1" kern="0" spc="-4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tạo</a:t>
            </a:r>
            <a:r>
              <a:rPr sz="2400" b="1" kern="0" spc="1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dữ</a:t>
            </a:r>
            <a:r>
              <a:rPr sz="2400" b="1" kern="0" spc="-5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liệu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812165" lvl="2" indent="-342265">
              <a:spcBef>
                <a:spcPts val="1440"/>
              </a:spcBef>
              <a:buFont typeface="Wingdings"/>
              <a:buChar char=""/>
              <a:tabLst>
                <a:tab pos="812165" algn="l"/>
              </a:tabLst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Thay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đổi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thuộc</a:t>
            </a:r>
            <a:r>
              <a:rPr sz="2400" b="1" kern="0" spc="-5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tính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9905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3" y="370459"/>
            <a:ext cx="8287173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1.1.</a:t>
            </a:r>
            <a:r>
              <a:rPr spc="-55" dirty="0"/>
              <a:t> </a:t>
            </a:r>
            <a:r>
              <a:rPr dirty="0"/>
              <a:t>KIẾN</a:t>
            </a:r>
            <a:r>
              <a:rPr spc="-30" dirty="0"/>
              <a:t> </a:t>
            </a:r>
            <a:r>
              <a:rPr dirty="0"/>
              <a:t>TRÚC TỔ</a:t>
            </a:r>
            <a:r>
              <a:rPr spc="-45" dirty="0"/>
              <a:t> </a:t>
            </a:r>
            <a:r>
              <a:rPr spc="-20" dirty="0"/>
              <a:t>CHỨC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2584" y="1095844"/>
            <a:ext cx="4000707" cy="518328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592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3" y="370459"/>
            <a:ext cx="8287173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1.2.</a:t>
            </a:r>
            <a:r>
              <a:rPr spc="-60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MÔ</a:t>
            </a:r>
            <a:r>
              <a:rPr spc="-55" dirty="0"/>
              <a:t> </a:t>
            </a:r>
            <a:r>
              <a:rPr dirty="0"/>
              <a:t>HÌNH</a:t>
            </a:r>
            <a:r>
              <a:rPr spc="-70" dirty="0"/>
              <a:t> </a:t>
            </a:r>
            <a:r>
              <a:rPr dirty="0"/>
              <a:t>LẬP</a:t>
            </a:r>
            <a:r>
              <a:rPr spc="5" dirty="0"/>
              <a:t> </a:t>
            </a:r>
            <a:r>
              <a:rPr spc="-10" dirty="0"/>
              <a:t>TRÌNH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23465" y="167285"/>
            <a:ext cx="8489950" cy="6005195"/>
            <a:chOff x="399465" y="167284"/>
            <a:chExt cx="8489950" cy="60051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46035" y="167284"/>
              <a:ext cx="1243304" cy="8995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9465" y="1418589"/>
              <a:ext cx="8345043" cy="475361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269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3" y="370459"/>
            <a:ext cx="8287173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</a:t>
            </a:r>
            <a:r>
              <a:rPr dirty="0">
                <a:solidFill>
                  <a:srgbClr val="000000"/>
                </a:solidFill>
              </a:rPr>
              <a:t>3</a:t>
            </a:r>
            <a:r>
              <a:rPr dirty="0"/>
              <a:t>.</a:t>
            </a:r>
            <a:r>
              <a:rPr spc="-165" dirty="0"/>
              <a:t> </a:t>
            </a:r>
            <a:r>
              <a:rPr spc="-40" dirty="0"/>
              <a:t>DATABASE</a:t>
            </a:r>
            <a:r>
              <a:rPr spc="-25" dirty="0"/>
              <a:t> </a:t>
            </a:r>
            <a:r>
              <a:rPr spc="-10" dirty="0"/>
              <a:t>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3" y="984581"/>
            <a:ext cx="3145169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smtClean="0">
                <a:solidFill>
                  <a:srgbClr val="4E160F"/>
                </a:solidFill>
                <a:latin typeface="Arial"/>
                <a:cs typeface="Arial"/>
              </a:rPr>
              <a:t>Data</a:t>
            </a:r>
            <a:r>
              <a:rPr lang="en-US" sz="2800" b="1" kern="0" smtClean="0">
                <a:solidFill>
                  <a:srgbClr val="4E160F"/>
                </a:solidFill>
                <a:latin typeface="Arial"/>
                <a:cs typeface="Arial"/>
              </a:rPr>
              <a:t>base</a:t>
            </a:r>
            <a:r>
              <a:rPr sz="2800" b="1" kern="0" spc="-30" smtClean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4E160F"/>
                </a:solidFill>
                <a:latin typeface="Arial"/>
                <a:cs typeface="Arial"/>
              </a:rPr>
              <a:t>First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7023" y="1607712"/>
            <a:ext cx="7325971" cy="47355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838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0034" y="167285"/>
            <a:ext cx="1243304" cy="8995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84045" y="984581"/>
            <a:ext cx="274002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4E160F"/>
                </a:solidFill>
                <a:latin typeface="Arial"/>
                <a:cs typeface="Arial"/>
              </a:rPr>
              <a:t>Database</a:t>
            </a:r>
            <a:r>
              <a:rPr sz="2800" b="1" kern="0" spc="-6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800" b="1" kern="0" spc="-20" dirty="0">
                <a:solidFill>
                  <a:srgbClr val="4E160F"/>
                </a:solidFill>
                <a:latin typeface="Arial"/>
                <a:cs typeface="Arial"/>
              </a:rPr>
              <a:t>Model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2509" y="1517924"/>
            <a:ext cx="7943017" cy="49446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37393" y="370459"/>
            <a:ext cx="8287173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</a:t>
            </a:r>
            <a:r>
              <a:rPr dirty="0">
                <a:solidFill>
                  <a:srgbClr val="000000"/>
                </a:solidFill>
              </a:rPr>
              <a:t>3</a:t>
            </a:r>
            <a:r>
              <a:rPr dirty="0"/>
              <a:t>.</a:t>
            </a:r>
            <a:r>
              <a:rPr spc="-165" dirty="0"/>
              <a:t> </a:t>
            </a:r>
            <a:r>
              <a:rPr spc="-40" dirty="0"/>
              <a:t>DATABASE</a:t>
            </a:r>
            <a:r>
              <a:rPr spc="-25" dirty="0"/>
              <a:t> </a:t>
            </a:r>
            <a:r>
              <a:rPr spc="-10" dirty="0"/>
              <a:t>FIRST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05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4044" y="984581"/>
            <a:ext cx="303403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b="1" kern="0" dirty="0">
                <a:solidFill>
                  <a:srgbClr val="4E160F"/>
                </a:solidFill>
                <a:latin typeface="Arial"/>
                <a:cs typeface="Arial"/>
              </a:rPr>
              <a:t>Database</a:t>
            </a:r>
            <a:r>
              <a:rPr sz="2800" b="1" kern="0" spc="-6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4E160F"/>
                </a:solidFill>
                <a:latin typeface="Arial"/>
                <a:cs typeface="Arial"/>
              </a:rPr>
              <a:t>Context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7393" y="370459"/>
            <a:ext cx="8287173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</a:t>
            </a:r>
            <a:r>
              <a:rPr dirty="0">
                <a:solidFill>
                  <a:srgbClr val="000000"/>
                </a:solidFill>
              </a:rPr>
              <a:t>3</a:t>
            </a:r>
            <a:r>
              <a:rPr dirty="0"/>
              <a:t>.</a:t>
            </a:r>
            <a:r>
              <a:rPr spc="-165" dirty="0"/>
              <a:t> </a:t>
            </a:r>
            <a:r>
              <a:rPr spc="-40" dirty="0"/>
              <a:t>DATABASE</a:t>
            </a:r>
            <a:r>
              <a:rPr spc="-25" dirty="0"/>
              <a:t> </a:t>
            </a:r>
            <a:r>
              <a:rPr spc="-10" dirty="0"/>
              <a:t>FIRST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2355" y="1660745"/>
            <a:ext cx="7851994" cy="46523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29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0034" y="167285"/>
            <a:ext cx="1243304" cy="8995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84044" y="1045540"/>
            <a:ext cx="236220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Chi</a:t>
            </a:r>
            <a:r>
              <a:rPr sz="2400" b="1" kern="0" spc="-2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tiết</a:t>
            </a:r>
            <a:r>
              <a:rPr sz="2400" b="1" kern="0" spc="-4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thực</a:t>
            </a:r>
            <a:r>
              <a:rPr sz="2400" b="1" kern="0" spc="-40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9E3611"/>
                </a:solidFill>
                <a:latin typeface="Arial"/>
                <a:cs typeface="Arial"/>
              </a:rPr>
              <a:t>thể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</a:t>
            </a:r>
            <a:r>
              <a:rPr dirty="0">
                <a:solidFill>
                  <a:srgbClr val="000000"/>
                </a:solidFill>
              </a:rPr>
              <a:t>3</a:t>
            </a:r>
            <a:r>
              <a:rPr dirty="0"/>
              <a:t>.</a:t>
            </a:r>
            <a:r>
              <a:rPr spc="-165" dirty="0"/>
              <a:t> </a:t>
            </a:r>
            <a:r>
              <a:rPr spc="-40" dirty="0"/>
              <a:t>DATABASE</a:t>
            </a:r>
            <a:r>
              <a:rPr spc="-25" dirty="0"/>
              <a:t> </a:t>
            </a:r>
            <a:r>
              <a:rPr spc="-10" dirty="0"/>
              <a:t>FIRST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3408" y="1591311"/>
            <a:ext cx="8034730" cy="480674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29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4044" y="1045540"/>
            <a:ext cx="252984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Thực</a:t>
            </a:r>
            <a:r>
              <a:rPr sz="2400" b="1" kern="0" spc="-5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thể</a:t>
            </a:r>
            <a:r>
              <a:rPr sz="2400" b="1" kern="0" spc="-5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kết</a:t>
            </a:r>
            <a:r>
              <a:rPr sz="2400" b="1" kern="0" spc="-25" dirty="0">
                <a:solidFill>
                  <a:srgbClr val="9E3611"/>
                </a:solidFill>
                <a:latin typeface="Arial"/>
                <a:cs typeface="Arial"/>
              </a:rPr>
              <a:t> hợp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</a:t>
            </a:r>
            <a:r>
              <a:rPr dirty="0">
                <a:solidFill>
                  <a:srgbClr val="000000"/>
                </a:solidFill>
              </a:rPr>
              <a:t>3</a:t>
            </a:r>
            <a:r>
              <a:rPr dirty="0"/>
              <a:t>.</a:t>
            </a:r>
            <a:r>
              <a:rPr spc="-165" dirty="0"/>
              <a:t> </a:t>
            </a:r>
            <a:r>
              <a:rPr spc="-40" dirty="0"/>
              <a:t>DATABASE</a:t>
            </a:r>
            <a:r>
              <a:rPr spc="-25" dirty="0"/>
              <a:t> </a:t>
            </a:r>
            <a:r>
              <a:rPr spc="-10" dirty="0"/>
              <a:t>FIRST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4955" y="1590421"/>
            <a:ext cx="7735575" cy="48189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10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84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0034" y="167285"/>
            <a:ext cx="1243304" cy="8995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84044" y="1045540"/>
            <a:ext cx="252984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Thực</a:t>
            </a:r>
            <a:r>
              <a:rPr sz="2400" b="1" kern="0" spc="-5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thể</a:t>
            </a:r>
            <a:r>
              <a:rPr sz="2400" b="1" kern="0" spc="-5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kết</a:t>
            </a:r>
            <a:r>
              <a:rPr sz="2400" b="1" kern="0" spc="-25" dirty="0">
                <a:solidFill>
                  <a:srgbClr val="9E3611"/>
                </a:solidFill>
                <a:latin typeface="Arial"/>
                <a:cs typeface="Arial"/>
              </a:rPr>
              <a:t> hợp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1.4.</a:t>
            </a:r>
            <a:r>
              <a:rPr spc="-110" dirty="0"/>
              <a:t> </a:t>
            </a:r>
            <a:r>
              <a:rPr dirty="0"/>
              <a:t>ENTITY</a:t>
            </a:r>
            <a:r>
              <a:rPr spc="-114" dirty="0"/>
              <a:t> </a:t>
            </a:r>
            <a:r>
              <a:rPr dirty="0"/>
              <a:t>FRAMEWORK</a:t>
            </a:r>
            <a:r>
              <a:rPr spc="-114" dirty="0"/>
              <a:t> </a:t>
            </a:r>
            <a:r>
              <a:rPr spc="-25" dirty="0"/>
              <a:t>API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5383" y="1490891"/>
            <a:ext cx="7500621" cy="466639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11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8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4045" y="1045540"/>
            <a:ext cx="238442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Demo</a:t>
            </a:r>
            <a:r>
              <a:rPr sz="2400" b="1" kern="0" spc="-2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ứng</a:t>
            </a:r>
            <a:r>
              <a:rPr sz="2400" b="1" kern="0" spc="-5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9E3611"/>
                </a:solidFill>
                <a:latin typeface="Arial"/>
                <a:cs typeface="Arial"/>
              </a:rPr>
              <a:t>dụng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1.4.</a:t>
            </a:r>
            <a:r>
              <a:rPr spc="-110" dirty="0"/>
              <a:t> </a:t>
            </a:r>
            <a:r>
              <a:rPr dirty="0"/>
              <a:t>ENTITY</a:t>
            </a:r>
            <a:r>
              <a:rPr spc="-114" dirty="0"/>
              <a:t> </a:t>
            </a:r>
            <a:r>
              <a:rPr dirty="0"/>
              <a:t>FRAMEWORK</a:t>
            </a:r>
            <a:r>
              <a:rPr spc="-114" dirty="0"/>
              <a:t> </a:t>
            </a:r>
            <a:r>
              <a:rPr spc="-25" dirty="0"/>
              <a:t>API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5402" y="1538439"/>
            <a:ext cx="7901558" cy="46827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12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74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0034" y="167285"/>
            <a:ext cx="1243304" cy="8995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84045" y="1045540"/>
            <a:ext cx="359473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Demo</a:t>
            </a:r>
            <a:r>
              <a:rPr sz="2400" b="1" kern="0" spc="-3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ứng</a:t>
            </a:r>
            <a:r>
              <a:rPr sz="2400" b="1" kern="0" spc="-5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dụng</a:t>
            </a:r>
            <a:r>
              <a:rPr sz="2400" b="1" kern="0" spc="-4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-</a:t>
            </a:r>
            <a:r>
              <a:rPr sz="2400" b="1" kern="0" spc="-3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9E3611"/>
                </a:solidFill>
                <a:latin typeface="Arial"/>
                <a:cs typeface="Arial"/>
              </a:rPr>
              <a:t>Create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1.4.</a:t>
            </a:r>
            <a:r>
              <a:rPr spc="-110" dirty="0"/>
              <a:t> </a:t>
            </a:r>
            <a:r>
              <a:rPr dirty="0"/>
              <a:t>ENTITY</a:t>
            </a:r>
            <a:r>
              <a:rPr spc="-114" dirty="0"/>
              <a:t> </a:t>
            </a:r>
            <a:r>
              <a:rPr dirty="0"/>
              <a:t>FRAMEWORK</a:t>
            </a:r>
            <a:r>
              <a:rPr spc="-114" dirty="0"/>
              <a:t> </a:t>
            </a:r>
            <a:r>
              <a:rPr spc="-25" dirty="0"/>
              <a:t>API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5865" y="1517270"/>
            <a:ext cx="8008416" cy="457873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13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511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4044" y="1045540"/>
            <a:ext cx="456311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Demo</a:t>
            </a:r>
            <a:r>
              <a:rPr sz="2400" b="1" kern="0" spc="-3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ứng</a:t>
            </a:r>
            <a:r>
              <a:rPr sz="2400" b="1" kern="0" spc="-5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dụng</a:t>
            </a:r>
            <a:r>
              <a:rPr sz="2400" b="1" kern="0" spc="-4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–</a:t>
            </a:r>
            <a:r>
              <a:rPr sz="2400" b="1" kern="0" spc="-30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List</a:t>
            </a:r>
            <a:r>
              <a:rPr sz="2400" b="1" kern="0" spc="-3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&amp;</a:t>
            </a:r>
            <a:r>
              <a:rPr sz="2400" b="1" kern="0" spc="-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9E3611"/>
                </a:solidFill>
                <a:latin typeface="Arial"/>
                <a:cs typeface="Arial"/>
              </a:rPr>
              <a:t>Delete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1.4.</a:t>
            </a:r>
            <a:r>
              <a:rPr spc="-110" dirty="0"/>
              <a:t> </a:t>
            </a:r>
            <a:r>
              <a:rPr dirty="0"/>
              <a:t>ENTITY</a:t>
            </a:r>
            <a:r>
              <a:rPr spc="-114" dirty="0"/>
              <a:t> </a:t>
            </a:r>
            <a:r>
              <a:rPr dirty="0"/>
              <a:t>FRAMEWORK</a:t>
            </a:r>
            <a:r>
              <a:rPr spc="-114" dirty="0"/>
              <a:t> </a:t>
            </a:r>
            <a:r>
              <a:rPr spc="-25" dirty="0"/>
              <a:t>API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4969" y="1492714"/>
            <a:ext cx="7532276" cy="458028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14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846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0034" y="167285"/>
            <a:ext cx="1243304" cy="8995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84044" y="1045540"/>
            <a:ext cx="329692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Demo</a:t>
            </a:r>
            <a:r>
              <a:rPr sz="2400" b="1" kern="0" spc="-2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ứng</a:t>
            </a:r>
            <a:r>
              <a:rPr sz="2400" b="1" kern="0" spc="-5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dụng</a:t>
            </a:r>
            <a:r>
              <a:rPr sz="2400" b="1" kern="0" spc="-4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–</a:t>
            </a:r>
            <a:r>
              <a:rPr sz="2400" b="1" kern="0" spc="-30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9E3611"/>
                </a:solidFill>
                <a:latin typeface="Arial"/>
                <a:cs typeface="Arial"/>
              </a:rPr>
              <a:t>Edit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1.4.</a:t>
            </a:r>
            <a:r>
              <a:rPr spc="-110" dirty="0"/>
              <a:t> </a:t>
            </a:r>
            <a:r>
              <a:rPr dirty="0"/>
              <a:t>ENTITY</a:t>
            </a:r>
            <a:r>
              <a:rPr spc="-114" dirty="0"/>
              <a:t> </a:t>
            </a:r>
            <a:r>
              <a:rPr dirty="0"/>
              <a:t>FRAMEWORK</a:t>
            </a:r>
            <a:r>
              <a:rPr spc="-114" dirty="0"/>
              <a:t> </a:t>
            </a:r>
            <a:r>
              <a:rPr spc="-25" dirty="0"/>
              <a:t>API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0616" y="1538732"/>
            <a:ext cx="7997715" cy="493826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15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982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4045" y="1045540"/>
            <a:ext cx="195135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Thực</a:t>
            </a:r>
            <a:r>
              <a:rPr sz="2400" b="1" kern="0" spc="-60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hành</a:t>
            </a:r>
            <a:r>
              <a:rPr sz="2400" b="1" kern="0" spc="-7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9E3611"/>
                </a:solidFill>
                <a:latin typeface="Arial"/>
                <a:cs typeface="Arial"/>
              </a:rPr>
              <a:t>1: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1.4.</a:t>
            </a:r>
            <a:r>
              <a:rPr spc="-110" dirty="0"/>
              <a:t> </a:t>
            </a:r>
            <a:r>
              <a:rPr dirty="0"/>
              <a:t>ENTITY</a:t>
            </a:r>
            <a:r>
              <a:rPr spc="-114" dirty="0"/>
              <a:t> </a:t>
            </a:r>
            <a:r>
              <a:rPr dirty="0"/>
              <a:t>FRAMEWORK</a:t>
            </a:r>
            <a:r>
              <a:rPr spc="-114" dirty="0"/>
              <a:t> </a:t>
            </a:r>
            <a:r>
              <a:rPr spc="-25" dirty="0"/>
              <a:t>API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4685" y="1495172"/>
            <a:ext cx="7746848" cy="49097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16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072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4045" y="1045540"/>
            <a:ext cx="195135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Thực</a:t>
            </a:r>
            <a:r>
              <a:rPr sz="2400" b="1" kern="0" spc="-60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hành</a:t>
            </a:r>
            <a:r>
              <a:rPr sz="2400" b="1" kern="0" spc="-7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9E3611"/>
                </a:solidFill>
                <a:latin typeface="Arial"/>
                <a:cs typeface="Arial"/>
              </a:rPr>
              <a:t>2: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1.4.</a:t>
            </a:r>
            <a:r>
              <a:rPr spc="-110" dirty="0"/>
              <a:t> </a:t>
            </a:r>
            <a:r>
              <a:rPr dirty="0"/>
              <a:t>ENTITY</a:t>
            </a:r>
            <a:r>
              <a:rPr spc="-114" dirty="0"/>
              <a:t> </a:t>
            </a:r>
            <a:r>
              <a:rPr dirty="0"/>
              <a:t>FRAMEWORK</a:t>
            </a:r>
            <a:r>
              <a:rPr spc="-114" dirty="0"/>
              <a:t> </a:t>
            </a:r>
            <a:r>
              <a:rPr spc="-25" dirty="0"/>
              <a:t>API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512278"/>
            <a:ext cx="7603744" cy="474103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17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092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4045" y="1045540"/>
            <a:ext cx="195135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Thực</a:t>
            </a:r>
            <a:r>
              <a:rPr sz="2400" b="1" kern="0" spc="-60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hành</a:t>
            </a:r>
            <a:r>
              <a:rPr sz="2400" b="1" kern="0" spc="-7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9E3611"/>
                </a:solidFill>
                <a:latin typeface="Arial"/>
                <a:cs typeface="Arial"/>
              </a:rPr>
              <a:t>3: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1.4.</a:t>
            </a:r>
            <a:r>
              <a:rPr spc="-110" dirty="0"/>
              <a:t> </a:t>
            </a:r>
            <a:r>
              <a:rPr dirty="0"/>
              <a:t>ENTITY</a:t>
            </a:r>
            <a:r>
              <a:rPr spc="-114" dirty="0"/>
              <a:t> </a:t>
            </a:r>
            <a:r>
              <a:rPr dirty="0"/>
              <a:t>FRAMEWORK</a:t>
            </a:r>
            <a:r>
              <a:rPr spc="-114" dirty="0"/>
              <a:t> </a:t>
            </a:r>
            <a:r>
              <a:rPr spc="-25" dirty="0"/>
              <a:t>API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0140" y="1447838"/>
            <a:ext cx="8096884" cy="51262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18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4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4045" y="1045540"/>
            <a:ext cx="195135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Thực</a:t>
            </a:r>
            <a:r>
              <a:rPr sz="2400" b="1" kern="0" spc="-60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E3611"/>
                </a:solidFill>
                <a:latin typeface="Arial"/>
                <a:cs typeface="Arial"/>
              </a:rPr>
              <a:t>hành</a:t>
            </a:r>
            <a:r>
              <a:rPr sz="2400" b="1" kern="0" spc="-75" dirty="0">
                <a:solidFill>
                  <a:srgbClr val="9E3611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9E3611"/>
                </a:solidFill>
                <a:latin typeface="Arial"/>
                <a:cs typeface="Arial"/>
              </a:rPr>
              <a:t>4: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1.4.</a:t>
            </a:r>
            <a:r>
              <a:rPr spc="-110" dirty="0"/>
              <a:t> </a:t>
            </a:r>
            <a:r>
              <a:rPr dirty="0"/>
              <a:t>ENTITY</a:t>
            </a:r>
            <a:r>
              <a:rPr spc="-114" dirty="0"/>
              <a:t> </a:t>
            </a:r>
            <a:r>
              <a:rPr dirty="0"/>
              <a:t>FRAMEWORK</a:t>
            </a:r>
            <a:r>
              <a:rPr spc="-114" dirty="0"/>
              <a:t> </a:t>
            </a:r>
            <a:r>
              <a:rPr spc="-25" dirty="0"/>
              <a:t>API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8875" y="1488440"/>
            <a:ext cx="7713286" cy="487871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19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59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1.5.</a:t>
            </a:r>
            <a:r>
              <a:rPr spc="-55" dirty="0"/>
              <a:t> </a:t>
            </a:r>
            <a:r>
              <a:rPr dirty="0"/>
              <a:t>CODE</a:t>
            </a:r>
            <a:r>
              <a:rPr spc="-20" dirty="0"/>
              <a:t> 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969340"/>
            <a:ext cx="153606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Code</a:t>
            </a:r>
            <a:r>
              <a:rPr sz="2400" b="1" kern="0" spc="-5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First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1325" y="1436572"/>
            <a:ext cx="7556007" cy="48820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20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878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1.5.</a:t>
            </a:r>
            <a:r>
              <a:rPr spc="-55" dirty="0"/>
              <a:t> </a:t>
            </a:r>
            <a:r>
              <a:rPr dirty="0"/>
              <a:t>CODE</a:t>
            </a:r>
            <a:r>
              <a:rPr spc="-20" dirty="0"/>
              <a:t> 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4" y="969340"/>
            <a:ext cx="176911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Entity</a:t>
            </a:r>
            <a:r>
              <a:rPr sz="2400" b="1" kern="0" spc="-7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Class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7037" y="1447750"/>
            <a:ext cx="7886362" cy="499040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21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903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1.5.</a:t>
            </a:r>
            <a:r>
              <a:rPr spc="-55" dirty="0"/>
              <a:t> </a:t>
            </a:r>
            <a:r>
              <a:rPr dirty="0"/>
              <a:t>CODE</a:t>
            </a:r>
            <a:r>
              <a:rPr spc="-20" dirty="0"/>
              <a:t> 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4" y="969340"/>
            <a:ext cx="260223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Database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Context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6255" y="1451942"/>
            <a:ext cx="7651182" cy="47790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22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904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1.5.</a:t>
            </a:r>
            <a:r>
              <a:rPr spc="-55" dirty="0"/>
              <a:t> </a:t>
            </a:r>
            <a:r>
              <a:rPr dirty="0"/>
              <a:t>CODE</a:t>
            </a:r>
            <a:r>
              <a:rPr spc="-20" dirty="0"/>
              <a:t> 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969340"/>
            <a:ext cx="358076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>
                <a:solidFill>
                  <a:srgbClr val="4E160F"/>
                </a:solidFill>
                <a:latin typeface="Arial"/>
                <a:cs typeface="Arial"/>
              </a:rPr>
              <a:t>Qui</a:t>
            </a:r>
            <a:r>
              <a:rPr sz="2400" b="1" kern="0" spc="-6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lang="vi-VN" sz="2400" b="1" kern="0">
                <a:solidFill>
                  <a:srgbClr val="4E160F"/>
                </a:solidFill>
                <a:cs typeface="Arial"/>
              </a:rPr>
              <a:t>ướ</a:t>
            </a:r>
            <a:r>
              <a:rPr sz="2400" b="1" kern="0">
                <a:solidFill>
                  <a:srgbClr val="4E160F"/>
                </a:solidFill>
                <a:latin typeface="Arial"/>
                <a:cs typeface="Arial"/>
              </a:rPr>
              <a:t>c</a:t>
            </a:r>
            <a:r>
              <a:rPr sz="2400" b="1" kern="0" spc="-4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ánh</a:t>
            </a:r>
            <a:r>
              <a:rPr sz="2400" b="1" kern="0" spc="-7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xạ</a:t>
            </a: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thực</a:t>
            </a:r>
            <a:r>
              <a:rPr sz="2400" b="1" kern="0" spc="-4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thể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1669" y="1495806"/>
            <a:ext cx="8147577" cy="445838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23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83320" y="6595299"/>
            <a:ext cx="1357630" cy="15517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spcBef>
                <a:spcPts val="10"/>
              </a:spcBef>
            </a:pPr>
            <a:r>
              <a:rPr sz="1000" kern="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3"/>
              </a:rPr>
              <a:t>http://www.thayphet.net</a:t>
            </a:r>
            <a:endParaRPr sz="10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353741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1.5.</a:t>
            </a:r>
            <a:r>
              <a:rPr spc="-55" dirty="0"/>
              <a:t> </a:t>
            </a:r>
            <a:r>
              <a:rPr dirty="0"/>
              <a:t>CODE</a:t>
            </a:r>
            <a:r>
              <a:rPr spc="-20" dirty="0"/>
              <a:t> 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969340"/>
            <a:ext cx="238061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Khởi</a:t>
            </a:r>
            <a:r>
              <a:rPr sz="2400" b="1" kern="0" spc="-5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tạo</a:t>
            </a:r>
            <a:r>
              <a:rPr sz="2400" b="1" kern="0" spc="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dữ</a:t>
            </a:r>
            <a:r>
              <a:rPr sz="2400" b="1" kern="0" spc="-5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liệu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0156" y="1451266"/>
            <a:ext cx="7798970" cy="46793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24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42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1.5.</a:t>
            </a:r>
            <a:r>
              <a:rPr spc="-55" dirty="0"/>
              <a:t> </a:t>
            </a:r>
            <a:r>
              <a:rPr dirty="0"/>
              <a:t>CODE</a:t>
            </a:r>
            <a:r>
              <a:rPr spc="-20" dirty="0"/>
              <a:t> 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4" y="969340"/>
            <a:ext cx="310515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Thay</a:t>
            </a:r>
            <a:r>
              <a:rPr sz="2400" b="1" kern="0" spc="-1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đổi</a:t>
            </a:r>
            <a:r>
              <a:rPr sz="2400" b="1" kern="0" spc="-6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Entity</a:t>
            </a:r>
            <a:r>
              <a:rPr sz="2400" b="1" kern="0" spc="-8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Class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0173" y="1501267"/>
            <a:ext cx="7712852" cy="47558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25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381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1.5.</a:t>
            </a:r>
            <a:r>
              <a:rPr spc="-55" dirty="0"/>
              <a:t> </a:t>
            </a:r>
            <a:r>
              <a:rPr dirty="0"/>
              <a:t>CODE</a:t>
            </a:r>
            <a:r>
              <a:rPr spc="-20" dirty="0"/>
              <a:t> 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969340"/>
            <a:ext cx="349186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Bảng</a:t>
            </a:r>
            <a:r>
              <a:rPr sz="2400" b="1" kern="0" spc="-3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-</a:t>
            </a:r>
            <a:r>
              <a:rPr sz="2400" b="1" kern="0" spc="-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MigrationHistory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6419" y="1752878"/>
            <a:ext cx="7967817" cy="40478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26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236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1.5.</a:t>
            </a:r>
            <a:r>
              <a:rPr spc="-55" dirty="0"/>
              <a:t> </a:t>
            </a:r>
            <a:r>
              <a:rPr dirty="0"/>
              <a:t>CODE</a:t>
            </a:r>
            <a:r>
              <a:rPr spc="-20" dirty="0"/>
              <a:t> 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969340"/>
            <a:ext cx="423227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Làm</a:t>
            </a:r>
            <a:r>
              <a:rPr sz="2400" b="1" kern="0" spc="-1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việc</a:t>
            </a:r>
            <a:r>
              <a:rPr sz="2400" b="1" kern="0" spc="-4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với</a:t>
            </a:r>
            <a:r>
              <a:rPr sz="2400" b="1" kern="0" spc="-5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CSDL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đã</a:t>
            </a:r>
            <a:r>
              <a:rPr sz="2400" b="1" kern="0" spc="-4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tồn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 tại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273" y="1485900"/>
            <a:ext cx="7463584" cy="48986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27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40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3" y="370459"/>
            <a:ext cx="8287173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>
                <a:solidFill>
                  <a:srgbClr val="C00000"/>
                </a:solidFill>
              </a:rPr>
              <a:t>2.</a:t>
            </a:r>
            <a:r>
              <a:rPr spc="-80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LinQ</a:t>
            </a:r>
            <a:r>
              <a:rPr spc="-85" dirty="0">
                <a:solidFill>
                  <a:srgbClr val="C00000"/>
                </a:solidFill>
              </a:rPr>
              <a:t> </a:t>
            </a:r>
            <a:r>
              <a:rPr spc="-35" dirty="0">
                <a:solidFill>
                  <a:srgbClr val="C00000"/>
                </a:solidFill>
              </a:rPr>
              <a:t>To</a:t>
            </a:r>
            <a:r>
              <a:rPr spc="-50" dirty="0">
                <a:solidFill>
                  <a:srgbClr val="C00000"/>
                </a:solidFill>
              </a:rPr>
              <a:t> </a:t>
            </a:r>
            <a:r>
              <a:rPr spc="-25" dirty="0">
                <a:solidFill>
                  <a:srgbClr val="C00000"/>
                </a:solidFill>
              </a:rPr>
              <a:t>SQL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28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57755" y="1008768"/>
            <a:ext cx="4653280" cy="11239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604520" lvl="1" indent="-591820">
              <a:spcBef>
                <a:spcPts val="1540"/>
              </a:spcBef>
              <a:buFontTx/>
              <a:buAutoNum type="arabicPeriod"/>
              <a:tabLst>
                <a:tab pos="604520" algn="l"/>
              </a:tabLst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Kiến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trúc</a:t>
            </a: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tổ</a:t>
            </a:r>
            <a:r>
              <a:rPr sz="2400" b="1" kern="0" spc="-3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chức</a:t>
            </a:r>
            <a:r>
              <a:rPr sz="2400" b="1" kern="0" spc="-3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của</a:t>
            </a:r>
            <a:r>
              <a:rPr sz="2400" b="1" kern="0" spc="-4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LINQ.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05790" lvl="1" indent="-593090">
              <a:spcBef>
                <a:spcPts val="1445"/>
              </a:spcBef>
              <a:buFontTx/>
              <a:buAutoNum type="arabicPeriod"/>
              <a:tabLst>
                <a:tab pos="605790" algn="l"/>
              </a:tabLst>
            </a:pP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Truy</a:t>
            </a:r>
            <a:r>
              <a:rPr sz="2400" b="1" kern="0" spc="-5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vấn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dữ</a:t>
            </a:r>
            <a:r>
              <a:rPr sz="2400" b="1" kern="0" spc="-8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liệu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6538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3" y="370459"/>
            <a:ext cx="8287173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2.1.</a:t>
            </a:r>
            <a:r>
              <a:rPr spc="-50" dirty="0"/>
              <a:t> </a:t>
            </a:r>
            <a:r>
              <a:rPr dirty="0"/>
              <a:t>KIẾN</a:t>
            </a:r>
            <a:r>
              <a:rPr spc="-40" dirty="0"/>
              <a:t> </a:t>
            </a:r>
            <a:r>
              <a:rPr dirty="0"/>
              <a:t>TRÚC</a:t>
            </a:r>
            <a:r>
              <a:rPr spc="-5" dirty="0"/>
              <a:t> </a:t>
            </a:r>
            <a:r>
              <a:rPr dirty="0"/>
              <a:t>TỔ</a:t>
            </a:r>
            <a:r>
              <a:rPr spc="-50" dirty="0"/>
              <a:t> </a:t>
            </a:r>
            <a:r>
              <a:rPr dirty="0"/>
              <a:t>CHỨC</a:t>
            </a:r>
            <a:r>
              <a:rPr spc="-40" dirty="0"/>
              <a:t> </a:t>
            </a:r>
            <a:r>
              <a:rPr dirty="0"/>
              <a:t>CỦA</a:t>
            </a:r>
            <a:r>
              <a:rPr spc="-140" dirty="0"/>
              <a:t> </a:t>
            </a:r>
            <a:r>
              <a:rPr spc="-20" dirty="0"/>
              <a:t>LINQ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1" y="1295388"/>
            <a:ext cx="8044433" cy="50968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29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530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393" y="370459"/>
            <a:ext cx="8287173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8501" y="1293519"/>
            <a:ext cx="8060435" cy="500427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30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009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4" y="1045540"/>
            <a:ext cx="402209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VD1:</a:t>
            </a:r>
            <a:r>
              <a:rPr sz="2400" b="1" kern="0" spc="-8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Truy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Vấn</a:t>
            </a:r>
            <a:r>
              <a:rPr sz="2400" b="1" kern="0" spc="-10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các</a:t>
            </a:r>
            <a:r>
              <a:rPr sz="2400" b="1" kern="0" spc="-5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số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chẳn: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6543" y="1545163"/>
            <a:ext cx="8209018" cy="47304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31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568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4" y="1045540"/>
            <a:ext cx="402209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VD2:</a:t>
            </a:r>
            <a:r>
              <a:rPr sz="2400" b="1" kern="0" spc="-8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Truy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Vấn</a:t>
            </a:r>
            <a:r>
              <a:rPr sz="2400" b="1" kern="0" spc="-10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các</a:t>
            </a:r>
            <a:r>
              <a:rPr sz="2400" b="1" kern="0" spc="-5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số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chẳn: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5700" y="1495485"/>
            <a:ext cx="7705512" cy="49221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32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163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4" y="1045540"/>
            <a:ext cx="306324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Tổng</a:t>
            </a:r>
            <a:r>
              <a:rPr sz="2400" b="1" kern="0" spc="-4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hợp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-</a:t>
            </a:r>
            <a:r>
              <a:rPr sz="2400" b="1" kern="0" spc="-1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Thống</a:t>
            </a:r>
            <a:r>
              <a:rPr sz="2400" b="1" kern="0" spc="-7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kê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1590" y="1510665"/>
            <a:ext cx="7899478" cy="48538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33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5287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1045540"/>
            <a:ext cx="4641215" cy="3840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Sử</a:t>
            </a:r>
            <a:r>
              <a:rPr sz="2400" b="1" kern="0" spc="-5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>
                <a:solidFill>
                  <a:srgbClr val="4E160F"/>
                </a:solidFill>
                <a:latin typeface="Arial"/>
                <a:cs typeface="Arial"/>
              </a:rPr>
              <a:t>dụng</a:t>
            </a:r>
            <a:r>
              <a:rPr sz="2400" b="1" kern="0" spc="-6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lang="vi-VN" sz="2400" b="1" kern="0">
                <a:solidFill>
                  <a:srgbClr val="4E160F"/>
                </a:solidFill>
                <a:cs typeface="Arial"/>
              </a:rPr>
              <a:t>phương</a:t>
            </a:r>
            <a:r>
              <a:rPr sz="2400" b="1" kern="0" spc="-10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thức</a:t>
            </a:r>
            <a:r>
              <a:rPr sz="2400" b="1" kern="0" spc="-7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mở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 rộng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1514656"/>
            <a:ext cx="7924800" cy="49744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34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7542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1045540"/>
            <a:ext cx="4641215" cy="3840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Sử</a:t>
            </a:r>
            <a:r>
              <a:rPr sz="2400" b="1" kern="0" spc="-5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>
                <a:solidFill>
                  <a:srgbClr val="4E160F"/>
                </a:solidFill>
                <a:latin typeface="Arial"/>
                <a:cs typeface="Arial"/>
              </a:rPr>
              <a:t>dụng</a:t>
            </a:r>
            <a:r>
              <a:rPr sz="2400" b="1" kern="0" spc="-6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lang="vi-VN" sz="2400" b="1" kern="0">
                <a:solidFill>
                  <a:srgbClr val="4E160F"/>
                </a:solidFill>
                <a:cs typeface="Arial"/>
              </a:rPr>
              <a:t>phương</a:t>
            </a:r>
            <a:r>
              <a:rPr sz="2400" b="1" kern="0" spc="-10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thức</a:t>
            </a:r>
            <a:r>
              <a:rPr sz="2400" b="1" kern="0" spc="-7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mở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 rộng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0743" y="1483956"/>
            <a:ext cx="7884795" cy="49740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35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926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1045540"/>
            <a:ext cx="237934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Truy</a:t>
            </a:r>
            <a:r>
              <a:rPr sz="2400" b="1" kern="0" spc="-6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vấn</a:t>
            </a:r>
            <a:r>
              <a:rPr sz="2400" b="1" kern="0" spc="-8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cơ</a:t>
            </a:r>
            <a:r>
              <a:rPr sz="2400" b="1" kern="0" spc="-4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bản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390" y="1524026"/>
            <a:ext cx="7704850" cy="47217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36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02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4" y="1045540"/>
            <a:ext cx="293751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Truy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vấn</a:t>
            </a:r>
            <a:r>
              <a:rPr sz="2400" b="1" kern="0" spc="-8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phân</a:t>
            </a:r>
            <a:r>
              <a:rPr sz="2400" b="1" kern="0" spc="-8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trang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0825" y="1501775"/>
            <a:ext cx="7839975" cy="45537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37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2235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1045540"/>
            <a:ext cx="322643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Truy</a:t>
            </a:r>
            <a:r>
              <a:rPr sz="2400" b="1" kern="0" spc="-5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vấn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một</a:t>
            </a:r>
            <a:r>
              <a:rPr sz="2400" b="1" kern="0" spc="-7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thực</a:t>
            </a:r>
            <a:r>
              <a:rPr sz="2400" b="1" kern="0" spc="-7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thể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7064" y="1600264"/>
            <a:ext cx="7787561" cy="469931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38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9126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1045540"/>
            <a:ext cx="249364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Tổng</a:t>
            </a:r>
            <a:r>
              <a:rPr sz="2400" b="1" kern="0" spc="-4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hợp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số</a:t>
            </a:r>
            <a:r>
              <a:rPr sz="2400" b="1" kern="0" spc="-3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liệu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5775" y="1513776"/>
            <a:ext cx="7948903" cy="44131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39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9848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1045540"/>
            <a:ext cx="342582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VD: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Thống</a:t>
            </a:r>
            <a:r>
              <a:rPr sz="2400" b="1" kern="0" spc="-4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kê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doanh</a:t>
            </a:r>
            <a:r>
              <a:rPr sz="2400" b="1" kern="0" spc="-7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số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7244" y="1523937"/>
            <a:ext cx="7949692" cy="50534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40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6825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1045540"/>
            <a:ext cx="342582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VD: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Thống</a:t>
            </a:r>
            <a:r>
              <a:rPr sz="2400" b="1" kern="0" spc="-4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kê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doanh</a:t>
            </a:r>
            <a:r>
              <a:rPr sz="2400" b="1" kern="0" spc="-7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số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470940"/>
            <a:ext cx="7620000" cy="50026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41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8466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1045540"/>
            <a:ext cx="342582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VD: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Thống</a:t>
            </a:r>
            <a:r>
              <a:rPr sz="2400" b="1" kern="0" spc="-4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kê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doanh</a:t>
            </a:r>
            <a:r>
              <a:rPr sz="2400" b="1" kern="0" spc="-7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số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183" y="1691298"/>
            <a:ext cx="8305920" cy="20718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42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8936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1045540"/>
            <a:ext cx="297116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spc="-10" dirty="0">
                <a:solidFill>
                  <a:srgbClr val="4E160F"/>
                </a:solidFill>
                <a:latin typeface="Arial"/>
                <a:cs typeface="Arial"/>
              </a:rPr>
              <a:t>Truy</a:t>
            </a:r>
            <a:r>
              <a:rPr sz="2400" b="1" kern="0" spc="-5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vấn</a:t>
            </a:r>
            <a:r>
              <a:rPr sz="2400" b="1" kern="0" spc="-6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có</a:t>
            </a:r>
            <a:r>
              <a:rPr sz="2400" b="1" kern="0" spc="-3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kiểm</a:t>
            </a:r>
            <a:r>
              <a:rPr sz="2400" b="1" kern="0" spc="-9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tra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3525" y="1535443"/>
            <a:ext cx="7608730" cy="46965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43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3073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4" y="1045540"/>
            <a:ext cx="217678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VD</a:t>
            </a:r>
            <a:r>
              <a:rPr sz="2400" b="1" kern="0" spc="-4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Lọc</a:t>
            </a:r>
            <a:r>
              <a:rPr sz="2400" b="1" kern="0" spc="-3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dữ</a:t>
            </a:r>
            <a:r>
              <a:rPr sz="2400" b="1" kern="0" spc="-4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liệu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3838" y="1558371"/>
            <a:ext cx="7673284" cy="48517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44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6206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1045540"/>
            <a:ext cx="304101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VD</a:t>
            </a:r>
            <a:r>
              <a:rPr sz="2400" b="1" kern="0" spc="-5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Thực</a:t>
            </a:r>
            <a:r>
              <a:rPr sz="2400" b="1" kern="0" spc="-4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thể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kết</a:t>
            </a:r>
            <a:r>
              <a:rPr sz="2400" b="1" kern="0" spc="-1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4E160F"/>
                </a:solidFill>
                <a:latin typeface="Arial"/>
                <a:cs typeface="Arial"/>
              </a:rPr>
              <a:t>hợp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5865" y="1523988"/>
            <a:ext cx="7697928" cy="49155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45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7534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7394" y="370459"/>
            <a:ext cx="683852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2.2.</a:t>
            </a:r>
            <a:r>
              <a:rPr spc="-80" dirty="0"/>
              <a:t> </a:t>
            </a: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35" dirty="0"/>
              <a:t> </a:t>
            </a:r>
            <a:r>
              <a:rPr dirty="0"/>
              <a:t>DỮ</a:t>
            </a:r>
            <a:r>
              <a:rPr spc="-8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4" y="1045540"/>
            <a:ext cx="336296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VD</a:t>
            </a:r>
            <a:r>
              <a:rPr sz="2400" b="1" kern="0" spc="-5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Doanh</a:t>
            </a:r>
            <a:r>
              <a:rPr sz="2400" b="1" kern="0" spc="-3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số</a:t>
            </a:r>
            <a:r>
              <a:rPr sz="2400" b="1" kern="0" spc="-35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4E160F"/>
                </a:solidFill>
                <a:latin typeface="Arial"/>
                <a:cs typeface="Arial"/>
              </a:rPr>
              <a:t>bán</a:t>
            </a:r>
            <a:r>
              <a:rPr sz="2400" b="1" kern="0" spc="-30" dirty="0">
                <a:solidFill>
                  <a:srgbClr val="4E160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4E160F"/>
                </a:solidFill>
                <a:latin typeface="Arial"/>
                <a:cs typeface="Arial"/>
              </a:rPr>
              <a:t>hàng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7005" y="1559434"/>
            <a:ext cx="7645801" cy="47402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28575">
                <a:lnSpc>
                  <a:spcPts val="1664"/>
                </a:lnSpc>
              </a:pPr>
              <a:t>46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610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675"/>
            <a:ext cx="12192000" cy="6697980"/>
            <a:chOff x="61912" y="66675"/>
            <a:chExt cx="9022080" cy="669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7" y="69850"/>
              <a:ext cx="9013888" cy="66913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087" y="69850"/>
              <a:ext cx="9014460" cy="6691630"/>
            </a:xfrm>
            <a:custGeom>
              <a:avLst/>
              <a:gdLst/>
              <a:ahLst/>
              <a:cxnLst/>
              <a:rect l="l" t="t" r="r" b="b"/>
              <a:pathLst>
                <a:path w="9014460" h="6691630">
                  <a:moveTo>
                    <a:pt x="0" y="329819"/>
                  </a:moveTo>
                  <a:lnTo>
                    <a:pt x="3576" y="281088"/>
                  </a:lnTo>
                  <a:lnTo>
                    <a:pt x="13964" y="234576"/>
                  </a:lnTo>
                  <a:lnTo>
                    <a:pt x="30653" y="190791"/>
                  </a:lnTo>
                  <a:lnTo>
                    <a:pt x="53135" y="150245"/>
                  </a:lnTo>
                  <a:lnTo>
                    <a:pt x="80898" y="113448"/>
                  </a:lnTo>
                  <a:lnTo>
                    <a:pt x="113432" y="80911"/>
                  </a:lnTo>
                  <a:lnTo>
                    <a:pt x="150228" y="53144"/>
                  </a:lnTo>
                  <a:lnTo>
                    <a:pt x="190774" y="30660"/>
                  </a:lnTo>
                  <a:lnTo>
                    <a:pt x="234562" y="13967"/>
                  </a:lnTo>
                  <a:lnTo>
                    <a:pt x="281080" y="3576"/>
                  </a:lnTo>
                  <a:lnTo>
                    <a:pt x="329819" y="0"/>
                  </a:lnTo>
                  <a:lnTo>
                    <a:pt x="8684069" y="0"/>
                  </a:lnTo>
                  <a:lnTo>
                    <a:pt x="8732799" y="3576"/>
                  </a:lnTo>
                  <a:lnTo>
                    <a:pt x="8779312" y="13967"/>
                  </a:lnTo>
                  <a:lnTo>
                    <a:pt x="8823097" y="30660"/>
                  </a:lnTo>
                  <a:lnTo>
                    <a:pt x="8863643" y="53144"/>
                  </a:lnTo>
                  <a:lnTo>
                    <a:pt x="8900440" y="80911"/>
                  </a:lnTo>
                  <a:lnTo>
                    <a:pt x="8932977" y="113448"/>
                  </a:lnTo>
                  <a:lnTo>
                    <a:pt x="8960743" y="150245"/>
                  </a:lnTo>
                  <a:lnTo>
                    <a:pt x="8983228" y="190791"/>
                  </a:lnTo>
                  <a:lnTo>
                    <a:pt x="8999921" y="234576"/>
                  </a:lnTo>
                  <a:lnTo>
                    <a:pt x="9010311" y="281088"/>
                  </a:lnTo>
                  <a:lnTo>
                    <a:pt x="9013888" y="329819"/>
                  </a:lnTo>
                  <a:lnTo>
                    <a:pt x="9013888" y="6361493"/>
                  </a:lnTo>
                  <a:lnTo>
                    <a:pt x="9010311" y="6410232"/>
                  </a:lnTo>
                  <a:lnTo>
                    <a:pt x="8999921" y="6456750"/>
                  </a:lnTo>
                  <a:lnTo>
                    <a:pt x="8983228" y="6500538"/>
                  </a:lnTo>
                  <a:lnTo>
                    <a:pt x="8960743" y="6541084"/>
                  </a:lnTo>
                  <a:lnTo>
                    <a:pt x="8932977" y="6577880"/>
                  </a:lnTo>
                  <a:lnTo>
                    <a:pt x="8900440" y="6610414"/>
                  </a:lnTo>
                  <a:lnTo>
                    <a:pt x="8863643" y="6638178"/>
                  </a:lnTo>
                  <a:lnTo>
                    <a:pt x="8823097" y="6660659"/>
                  </a:lnTo>
                  <a:lnTo>
                    <a:pt x="8779312" y="6677349"/>
                  </a:lnTo>
                  <a:lnTo>
                    <a:pt x="8732799" y="6687737"/>
                  </a:lnTo>
                  <a:lnTo>
                    <a:pt x="8684069" y="6691313"/>
                  </a:lnTo>
                  <a:lnTo>
                    <a:pt x="329819" y="6691313"/>
                  </a:lnTo>
                  <a:lnTo>
                    <a:pt x="281080" y="6687737"/>
                  </a:lnTo>
                  <a:lnTo>
                    <a:pt x="234562" y="6677349"/>
                  </a:lnTo>
                  <a:lnTo>
                    <a:pt x="190774" y="6660659"/>
                  </a:lnTo>
                  <a:lnTo>
                    <a:pt x="150228" y="6638178"/>
                  </a:lnTo>
                  <a:lnTo>
                    <a:pt x="113432" y="6610414"/>
                  </a:lnTo>
                  <a:lnTo>
                    <a:pt x="80898" y="6577880"/>
                  </a:lnTo>
                  <a:lnTo>
                    <a:pt x="53135" y="6541084"/>
                  </a:lnTo>
                  <a:lnTo>
                    <a:pt x="30653" y="6500538"/>
                  </a:lnTo>
                  <a:lnTo>
                    <a:pt x="13964" y="6456750"/>
                  </a:lnTo>
                  <a:lnTo>
                    <a:pt x="3576" y="6410232"/>
                  </a:lnTo>
                  <a:lnTo>
                    <a:pt x="0" y="6361493"/>
                  </a:lnTo>
                  <a:lnTo>
                    <a:pt x="0" y="3298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1397000"/>
              <a:ext cx="9020175" cy="120650"/>
            </a:xfrm>
            <a:custGeom>
              <a:avLst/>
              <a:gdLst/>
              <a:ahLst/>
              <a:cxnLst/>
              <a:rect l="l" t="t" r="r" b="b"/>
              <a:pathLst>
                <a:path w="9020175" h="120650">
                  <a:moveTo>
                    <a:pt x="9020175" y="0"/>
                  </a:moveTo>
                  <a:lnTo>
                    <a:pt x="0" y="0"/>
                  </a:lnTo>
                  <a:lnTo>
                    <a:pt x="0" y="120650"/>
                  </a:lnTo>
                  <a:lnTo>
                    <a:pt x="9020175" y="120650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3500" y="2976626"/>
              <a:ext cx="9020175" cy="111125"/>
            </a:xfrm>
            <a:custGeom>
              <a:avLst/>
              <a:gdLst/>
              <a:ahLst/>
              <a:cxnLst/>
              <a:rect l="l" t="t" r="r" b="b"/>
              <a:pathLst>
                <a:path w="9020175" h="111125">
                  <a:moveTo>
                    <a:pt x="9020175" y="0"/>
                  </a:moveTo>
                  <a:lnTo>
                    <a:pt x="0" y="0"/>
                  </a:lnTo>
                  <a:lnTo>
                    <a:pt x="0" y="111125"/>
                  </a:lnTo>
                  <a:lnTo>
                    <a:pt x="9020175" y="111125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6050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87501" y="1517651"/>
            <a:ext cx="9020175" cy="2225609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192405" rIns="0" bIns="0" rtlCol="0">
            <a:spAutoFit/>
          </a:bodyPr>
          <a:lstStyle/>
          <a:p>
            <a:pPr marL="635" algn="ctr">
              <a:spcBef>
                <a:spcPts val="1515"/>
              </a:spcBef>
            </a:pPr>
            <a:r>
              <a:rPr lang="en-US" sz="6600">
                <a:solidFill>
                  <a:srgbClr val="FFFFFF"/>
                </a:solidFill>
              </a:rPr>
              <a:t>THẢO LUẬN </a:t>
            </a:r>
            <a:br>
              <a:rPr lang="en-US" sz="6600">
                <a:solidFill>
                  <a:srgbClr val="FFFFFF"/>
                </a:solidFill>
              </a:rPr>
            </a:br>
            <a:r>
              <a:rPr lang="en-US" sz="6600">
                <a:solidFill>
                  <a:srgbClr val="FFFFFF"/>
                </a:solidFill>
              </a:rPr>
              <a:t>VÀ THỰC HÀNH</a:t>
            </a:r>
            <a:endParaRPr sz="6600"/>
          </a:p>
        </p:txBody>
      </p:sp>
      <p:sp>
        <p:nvSpPr>
          <p:cNvPr id="9" name="object 9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39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531</Words>
  <Application>Microsoft Office PowerPoint</Application>
  <PresentationFormat>Widescreen</PresentationFormat>
  <Paragraphs>151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Calibri</vt:lpstr>
      <vt:lpstr>Calibri Light</vt:lpstr>
      <vt:lpstr>Franklin Gothic Medium</vt:lpstr>
      <vt:lpstr>Microsoft Sans Serif</vt:lpstr>
      <vt:lpstr>Wingdings</vt:lpstr>
      <vt:lpstr>Office Theme</vt:lpstr>
      <vt:lpstr>1_Office Theme</vt:lpstr>
      <vt:lpstr>LẬP TRÌNH WEBSITE (ASP.NET MVC)</vt:lpstr>
      <vt:lpstr>PowerPoint Presentation</vt:lpstr>
      <vt:lpstr>1. ENTITY FRAMEWORK</vt:lpstr>
      <vt:lpstr>1.1. KIẾN TRÚC TỔ CHỨC</vt:lpstr>
      <vt:lpstr>1.2. CÁC MÔ HÌNH LẬP TRÌNH</vt:lpstr>
      <vt:lpstr>1.3. DATABASE FIRST</vt:lpstr>
      <vt:lpstr>1.3. DATABASE FIRST</vt:lpstr>
      <vt:lpstr>1.3. DATABASE FIRST</vt:lpstr>
      <vt:lpstr>1.3. DATABASE FIRST</vt:lpstr>
      <vt:lpstr>1.3. DATABASE FIRST</vt:lpstr>
      <vt:lpstr>1.4. ENTITY FRAMEWORK API</vt:lpstr>
      <vt:lpstr>1.4. ENTITY FRAMEWORK API</vt:lpstr>
      <vt:lpstr>1.4. ENTITY FRAMEWORK API</vt:lpstr>
      <vt:lpstr>1.4. ENTITY FRAMEWORK API</vt:lpstr>
      <vt:lpstr>1.4. ENTITY FRAMEWORK API</vt:lpstr>
      <vt:lpstr>1.4. ENTITY FRAMEWORK API</vt:lpstr>
      <vt:lpstr>1.4. ENTITY FRAMEWORK API</vt:lpstr>
      <vt:lpstr>1.4. ENTITY FRAMEWORK API</vt:lpstr>
      <vt:lpstr>1.4. ENTITY FRAMEWORK API</vt:lpstr>
      <vt:lpstr>1.5. CODE FIRST</vt:lpstr>
      <vt:lpstr>1.5. CODE FIRST</vt:lpstr>
      <vt:lpstr>1.5. CODE FIRST</vt:lpstr>
      <vt:lpstr>1.5. CODE FIRST</vt:lpstr>
      <vt:lpstr>1.5. CODE FIRST</vt:lpstr>
      <vt:lpstr>1.5. CODE FIRST</vt:lpstr>
      <vt:lpstr>1.5. CODE FIRST</vt:lpstr>
      <vt:lpstr>1.5. CODE FIRST</vt:lpstr>
      <vt:lpstr>2. LinQ To SQL</vt:lpstr>
      <vt:lpstr>2.1. KIẾN TRÚC TỔ CHỨC CỦA LINQ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2.2. TRUY VẤN DỮ LIỆU</vt:lpstr>
      <vt:lpstr>THẢO LUẬN  VÀ THỰC HÀNH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WEBSITE (ASP.NET MVC 5)</dc:title>
  <dc:creator>Microsoft account</dc:creator>
  <cp:lastModifiedBy>Microsoft account</cp:lastModifiedBy>
  <cp:revision>5</cp:revision>
  <dcterms:created xsi:type="dcterms:W3CDTF">2025-08-18T01:27:48Z</dcterms:created>
  <dcterms:modified xsi:type="dcterms:W3CDTF">2025-09-08T01:03:06Z</dcterms:modified>
</cp:coreProperties>
</file>